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6B8A"/>
              </a:gs>
              <a:gs pos="100000">
                <a:srgbClr val="08143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11731752" cy="685800"/>
          </a:xfrm>
          <a:prstGeom prst="rect">
            <a:avLst/>
          </a:prstGeom>
          <a:solidFill>
            <a:srgbClr val="0B1F4D"/>
          </a:solidFill>
          <a:ln w="1587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8595360" cy="548640"/>
          </a:xfrm>
          <a:prstGeom prst="rect">
            <a:avLst/>
          </a:prstGeom>
          <a:solidFill>
            <a:srgbClr val="F5EFD9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0B1F4D"/>
                </a:solidFill>
                <a:latin typeface="Georgia"/>
              </a:rPr>
              <a:t>CIAM Support Assistant for L1 Ticket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960120" cy="2286000"/>
          </a:xfrm>
          <a:prstGeom prst="rect">
            <a:avLst/>
          </a:prstGeom>
          <a:solidFill>
            <a:srgbClr val="0B1F4D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0"/>
            <a:ext cx="9601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BD9E8"/>
                </a:solidFill>
                <a:latin typeface="Arial"/>
              </a:rPr>
              <a:t>Status</a:t>
            </a:r>
          </a:p>
          <a:p>
            <a:pPr algn="ctr"/>
            <a:r>
              <a:rPr sz="1100" b="0" i="1">
                <a:solidFill>
                  <a:srgbClr val="5BD9E8"/>
                </a:solidFill>
                <a:latin typeface="Arial"/>
              </a:rPr>
              <a:t>Summary</a:t>
            </a:r>
          </a:p>
        </p:txBody>
      </p:sp>
      <p:sp>
        <p:nvSpPr>
          <p:cNvPr id="7" name="Oval 6"/>
          <p:cNvSpPr/>
          <p:nvPr/>
        </p:nvSpPr>
        <p:spPr>
          <a:xfrm>
            <a:off x="562356" y="1956815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2743200"/>
            <a:ext cx="9601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1">
                <a:solidFill>
                  <a:srgbClr val="22C55E"/>
                </a:solidFill>
                <a:latin typeface="Arial"/>
              </a:rPr>
              <a:t>On Track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960120"/>
            <a:ext cx="5074920" cy="2286000"/>
          </a:xfrm>
          <a:prstGeom prst="rect">
            <a:avLst/>
          </a:prstGeom>
          <a:solidFill>
            <a:srgbClr val="0B1F4D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996696"/>
            <a:ext cx="4983480" cy="2212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This week: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  <a:latin typeface="Arial"/>
              </a:rPr>
              <a:t>1. Refined Agent 1 (Intent Classifier) code to make it more robust, and redeployed it.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  <a:latin typeface="Arial"/>
              </a:rPr>
              <a:t>2. Jose completed a human review of Agent 1's responses — confirmed the agent's output matches what a human analyst would conclude manually, validating Agent 1 as fully functional in the sandbox environment.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  <a:latin typeface="Arial"/>
              </a:rPr>
              <a:t>3. Deployed Agent 2 (Database Agent) on Bedrock AgentCore.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  <a:latin typeface="Arial"/>
              </a:rPr>
              <a:t>4. Building a synthetic/mock DynamoDB dataset to test Agent 2 against, since production data access is not yet approved.</a:t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Next week: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  <a:latin typeface="Arial"/>
              </a:rPr>
              <a:t>1. Test Agent 2 against the synthetic DynamoDB data; debug and fix any response errors to make it fully functional.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  <a:latin typeface="Arial"/>
              </a:rPr>
              <a:t>2. Design and begin deployment of Agent 3 (Auth0 Agent).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14456" y="96012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96012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Project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7608" y="960120"/>
            <a:ext cx="3517879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Shristy Jaiswal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4587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14456" y="124587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24587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Project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7608" y="1245870"/>
            <a:ext cx="3517879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Self Managed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53162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14456" y="153162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53162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Scope Health</a:t>
            </a:r>
          </a:p>
        </p:txBody>
      </p:sp>
      <p:sp>
        <p:nvSpPr>
          <p:cNvPr id="22" name="Oval 21"/>
          <p:cNvSpPr/>
          <p:nvPr/>
        </p:nvSpPr>
        <p:spPr>
          <a:xfrm>
            <a:off x="10036820" y="1573911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81737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4456" y="181737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81737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Schedule Health</a:t>
            </a:r>
          </a:p>
        </p:txBody>
      </p:sp>
      <p:sp>
        <p:nvSpPr>
          <p:cNvPr id="26" name="Oval 25"/>
          <p:cNvSpPr/>
          <p:nvPr/>
        </p:nvSpPr>
        <p:spPr>
          <a:xfrm>
            <a:off x="10036820" y="1859661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10312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14456" y="210312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10312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Project Update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7608" y="2103120"/>
            <a:ext cx="3517879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15/07/26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38887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14456" y="238887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238887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Project Closure 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7608" y="2388870"/>
            <a:ext cx="3517879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31/07/26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7462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14456" y="267462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267462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Jira Link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7608" y="2674620"/>
            <a:ext cx="3517879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 u="sng">
                <a:solidFill>
                  <a:srgbClr val="4FA9E0"/>
                </a:solidFill>
                <a:latin typeface="Arial"/>
              </a:rPr>
              <a:t>GIS-3793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960370"/>
            <a:ext cx="2050816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14456" y="2960370"/>
            <a:ext cx="3645895" cy="285750"/>
          </a:xfrm>
          <a:prstGeom prst="rect">
            <a:avLst/>
          </a:prstGeom>
          <a:solidFill>
            <a:srgbClr val="F9DFC0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6792" y="2960370"/>
            <a:ext cx="1959376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1F4D"/>
                </a:solidFill>
                <a:latin typeface="Arial"/>
              </a:rPr>
              <a:t>Confluence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7608" y="2960370"/>
            <a:ext cx="3517879" cy="2857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 u="sng">
                <a:solidFill>
                  <a:srgbClr val="4FA9E0"/>
                </a:solidFill>
                <a:latin typeface="Arial"/>
              </a:rPr>
              <a:t>netskope.atlassian.net/.../CIAM+Support+Assistant+Project+Charter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300984"/>
            <a:ext cx="9052560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3300984"/>
            <a:ext cx="8924544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F5EFD9"/>
                </a:solidFill>
                <a:latin typeface="Arial"/>
              </a:rPr>
              <a:t>Recent Accomplishments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300984"/>
            <a:ext cx="2679191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54312" y="3300984"/>
            <a:ext cx="2551175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F5EFD9"/>
                </a:solidFill>
                <a:latin typeface="Arial"/>
              </a:rPr>
              <a:t>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602736"/>
            <a:ext cx="9052560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81160" y="3602736"/>
            <a:ext cx="2679191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" y="3602736"/>
            <a:ext cx="8906256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Agent 1 (Intent Classifier) confirmed fully functional — human review validated its responses match manual analysis, in the sandbox environment.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4312" y="3602736"/>
            <a:ext cx="2551175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13/07/26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3986784"/>
            <a:ext cx="9052560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81160" y="3986784"/>
            <a:ext cx="2679191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" y="3986784"/>
            <a:ext cx="8906256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Successfully deployed Agent 2 (Database Agent) on Bedrock AgentCore.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54312" y="3986784"/>
            <a:ext cx="2551175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15/07/26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425696"/>
            <a:ext cx="7863840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" y="4425696"/>
            <a:ext cx="7735823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F5EFD9"/>
                </a:solidFill>
                <a:latin typeface="Arial"/>
              </a:rPr>
              <a:t>Upcoming Milestones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4425696"/>
            <a:ext cx="1463040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65592" y="4425696"/>
            <a:ext cx="1335024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F5EFD9"/>
                </a:solidFill>
                <a:latin typeface="Arial"/>
              </a:rPr>
              <a:t>Date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55480" y="4425696"/>
            <a:ext cx="2404872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28632" y="4425696"/>
            <a:ext cx="2276856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1">
                <a:solidFill>
                  <a:srgbClr val="F5EFD9"/>
                </a:solidFill>
                <a:latin typeface="Arial"/>
              </a:rPr>
              <a:t>Status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727448"/>
            <a:ext cx="7863840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92440" y="4727448"/>
            <a:ext cx="1463040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55480" y="4727448"/>
            <a:ext cx="2404872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" y="4727448"/>
            <a:ext cx="7717536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Make Agent 2 (Database Agent) fully functional — test against synthetic DynamoDB data and debug/fix errors.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65592" y="4727448"/>
            <a:ext cx="1335024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22/07/26</a:t>
            </a:r>
          </a:p>
        </p:txBody>
      </p:sp>
      <p:sp>
        <p:nvSpPr>
          <p:cNvPr id="66" name="Oval 65"/>
          <p:cNvSpPr/>
          <p:nvPr/>
        </p:nvSpPr>
        <p:spPr>
          <a:xfrm>
            <a:off x="10657332" y="481888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8600" y="5111496"/>
            <a:ext cx="7863840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92440" y="5111496"/>
            <a:ext cx="1463040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55480" y="5111496"/>
            <a:ext cx="2404872" cy="384048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2" y="5111496"/>
            <a:ext cx="7717536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Design and begin deployment of Agent 3 (Auth0 Agent).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65592" y="5111496"/>
            <a:ext cx="1335024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24/07/26</a:t>
            </a:r>
          </a:p>
        </p:txBody>
      </p:sp>
      <p:sp>
        <p:nvSpPr>
          <p:cNvPr id="72" name="Oval 71"/>
          <p:cNvSpPr/>
          <p:nvPr/>
        </p:nvSpPr>
        <p:spPr>
          <a:xfrm>
            <a:off x="10657332" y="5202936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" y="5550407"/>
            <a:ext cx="5943600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752" y="5550407"/>
            <a:ext cx="5815584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F5EFD9"/>
                </a:solidFill>
                <a:latin typeface="Arial"/>
              </a:rPr>
              <a:t>Risk/Impediments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5550407"/>
            <a:ext cx="5788152" cy="301752"/>
          </a:xfrm>
          <a:prstGeom prst="rect">
            <a:avLst/>
          </a:prstGeom>
          <a:solidFill>
            <a:srgbClr val="1E7A94"/>
          </a:solidFill>
          <a:ln w="12700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45352" y="5550407"/>
            <a:ext cx="5660136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F5EFD9"/>
                </a:solidFill>
                <a:latin typeface="Arial"/>
              </a:rPr>
              <a:t>Mitigation Plan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852159"/>
            <a:ext cx="5943600" cy="777240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72200" y="5852159"/>
            <a:ext cx="5788152" cy="777240"/>
          </a:xfrm>
          <a:prstGeom prst="rect">
            <a:avLst/>
          </a:prstGeom>
          <a:solidFill>
            <a:srgbClr val="0B1F4D"/>
          </a:solidFill>
          <a:ln w="9525">
            <a:solidFill>
              <a:srgbClr val="8FC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1752" y="5852159"/>
            <a:ext cx="5797296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Risk: AWS Bedrock AgentCore has not yet been approved for production use — without it, agents can't be tested or trained against real, live Netskope data (Auth0, DynamoDB, Confluence); validation so far relies on synthetic/test data.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5352" y="5852159"/>
            <a:ext cx="5641848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Mitigation: Requesting approval to connect AgentCore to real production data sources, so accuracy can be validated before rollout to L1.</a:t>
            </a:r>
          </a:p>
        </p:txBody>
      </p:sp>
      <p:pic>
        <p:nvPicPr>
          <p:cNvPr id="81" name="Picture 80" descr="netskope_logo_icon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28816"/>
            <a:ext cx="355913" cy="20116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6501383"/>
            <a:ext cx="146304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netskope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6528816"/>
            <a:ext cx="3200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C7CCD6"/>
                </a:solidFill>
                <a:latin typeface="Arial"/>
              </a:rPr>
              <a:t>2026 © Netskope Confidential. All rights reserved.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795760" y="6528816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