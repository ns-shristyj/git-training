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3" r:id="rId5"/>
    <p:sldMasterId id="2147483674" r:id="rId6"/>
    <p:sldMasterId id="214748367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BE0100-4C01-49C0-B315-757F4EFE71E2}">
  <a:tblStyle styleId="{DFBE0100-4C01-49C0-B315-757F4EFE71E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ECE6"/>
          </a:solidFill>
        </a:fill>
      </a:tcStyle>
    </a:wholeTbl>
    <a:band1H>
      <a:tcTxStyle b="off" i="off"/>
      <a:tcStyle>
        <a:fill>
          <a:solidFill>
            <a:srgbClr val="FFD8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D8CA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8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4572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381000" y="4076700"/>
            <a:ext cx="6096000" cy="4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6499"/>
            <a:ext cx="29718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826499"/>
            <a:ext cx="2971800" cy="3159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Slide-DRK-BLU" showMasterSp="0">
  <p:cSld name="Title-Slide-DRK-BLU">
    <p:bg>
      <p:bgPr>
        <a:gradFill>
          <a:gsLst>
            <a:gs pos="0">
              <a:schemeClr val="accent1"/>
            </a:gs>
            <a:gs pos="100000">
              <a:schemeClr val="dk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 flipH="1" rot="10800000">
            <a:off x="5678170" y="1692664"/>
            <a:ext cx="3465833" cy="3460241"/>
          </a:xfrm>
          <a:custGeom>
            <a:rect b="b" l="l" r="r" t="t"/>
            <a:pathLst>
              <a:path extrusionOk="0" h="1847726" w="1850712">
                <a:moveTo>
                  <a:pt x="0" y="0"/>
                </a:moveTo>
                <a:lnTo>
                  <a:pt x="1850712" y="0"/>
                </a:lnTo>
                <a:lnTo>
                  <a:pt x="1850712" y="1847422"/>
                </a:lnTo>
                <a:lnTo>
                  <a:pt x="1847689" y="1847726"/>
                </a:lnTo>
                <a:cubicBezTo>
                  <a:pt x="1669035" y="1847726"/>
                  <a:pt x="1524375" y="1703065"/>
                  <a:pt x="1524375" y="1524412"/>
                </a:cubicBezTo>
                <a:lnTo>
                  <a:pt x="1524375" y="846433"/>
                </a:lnTo>
                <a:cubicBezTo>
                  <a:pt x="1524375" y="557490"/>
                  <a:pt x="1290199" y="322936"/>
                  <a:pt x="1000877" y="322936"/>
                </a:cubicBezTo>
                <a:lnTo>
                  <a:pt x="323277" y="322936"/>
                </a:lnTo>
                <a:cubicBezTo>
                  <a:pt x="166955" y="322936"/>
                  <a:pt x="36658" y="212180"/>
                  <a:pt x="6527" y="64806"/>
                </a:cubicBezTo>
                <a:close/>
              </a:path>
            </a:pathLst>
          </a:custGeom>
          <a:gradFill>
            <a:gsLst>
              <a:gs pos="0">
                <a:srgbClr val="02B6D4"/>
              </a:gs>
              <a:gs pos="95000">
                <a:srgbClr val="081A59"/>
              </a:gs>
              <a:gs pos="100000">
                <a:srgbClr val="081A5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768835" y="1"/>
            <a:ext cx="3956064" cy="1977830"/>
          </a:xfrm>
          <a:custGeom>
            <a:rect b="b" l="l" r="r" t="t"/>
            <a:pathLst>
              <a:path extrusionOk="0" h="1977830" w="3956064">
                <a:moveTo>
                  <a:pt x="0" y="0"/>
                </a:moveTo>
                <a:lnTo>
                  <a:pt x="3956034" y="0"/>
                </a:lnTo>
                <a:lnTo>
                  <a:pt x="3956064" y="295"/>
                </a:lnTo>
                <a:lnTo>
                  <a:pt x="3956064" y="513"/>
                </a:lnTo>
                <a:lnTo>
                  <a:pt x="3949048" y="70179"/>
                </a:lnTo>
                <a:cubicBezTo>
                  <a:pt x="3916794" y="227931"/>
                  <a:pt x="3777318" y="346490"/>
                  <a:pt x="3609989" y="346490"/>
                </a:cubicBezTo>
                <a:lnTo>
                  <a:pt x="2884675" y="346490"/>
                </a:lnTo>
                <a:cubicBezTo>
                  <a:pt x="2575386" y="346490"/>
                  <a:pt x="2324320" y="597150"/>
                  <a:pt x="2324320" y="906845"/>
                </a:cubicBezTo>
                <a:lnTo>
                  <a:pt x="2323915" y="906845"/>
                </a:lnTo>
                <a:lnTo>
                  <a:pt x="2323915" y="1631754"/>
                </a:lnTo>
                <a:cubicBezTo>
                  <a:pt x="2323915" y="1799083"/>
                  <a:pt x="2205357" y="1938558"/>
                  <a:pt x="2047606" y="1970813"/>
                </a:cubicBezTo>
                <a:lnTo>
                  <a:pt x="1977929" y="1977830"/>
                </a:lnTo>
                <a:lnTo>
                  <a:pt x="1977731" y="1977830"/>
                </a:lnTo>
                <a:lnTo>
                  <a:pt x="1908055" y="1970813"/>
                </a:lnTo>
                <a:cubicBezTo>
                  <a:pt x="1750306" y="1938558"/>
                  <a:pt x="1631755" y="1799083"/>
                  <a:pt x="1631755" y="1631754"/>
                </a:cubicBezTo>
                <a:lnTo>
                  <a:pt x="1631755" y="906440"/>
                </a:lnTo>
                <a:cubicBezTo>
                  <a:pt x="1631755" y="597150"/>
                  <a:pt x="1381084" y="346085"/>
                  <a:pt x="1071389" y="346085"/>
                </a:cubicBezTo>
                <a:lnTo>
                  <a:pt x="346086" y="346085"/>
                </a:lnTo>
                <a:cubicBezTo>
                  <a:pt x="178747" y="346085"/>
                  <a:pt x="39279" y="227216"/>
                  <a:pt x="7027" y="69659"/>
                </a:cubicBezTo>
                <a:close/>
              </a:path>
            </a:pathLst>
          </a:custGeom>
          <a:gradFill>
            <a:gsLst>
              <a:gs pos="0">
                <a:srgbClr val="081A59"/>
              </a:gs>
              <a:gs pos="95000">
                <a:srgbClr val="02B6D4"/>
              </a:gs>
              <a:gs pos="100000">
                <a:srgbClr val="02B6D4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" name="Google Shape;26;p3"/>
          <p:cNvGrpSpPr/>
          <p:nvPr/>
        </p:nvGrpSpPr>
        <p:grpSpPr>
          <a:xfrm>
            <a:off x="8401924" y="4807699"/>
            <a:ext cx="322976" cy="160823"/>
            <a:chOff x="7412309" y="4808391"/>
            <a:chExt cx="322976" cy="160972"/>
          </a:xfrm>
        </p:grpSpPr>
        <p:sp>
          <p:nvSpPr>
            <p:cNvPr id="27" name="Google Shape;27;p3"/>
            <p:cNvSpPr/>
            <p:nvPr/>
          </p:nvSpPr>
          <p:spPr>
            <a:xfrm>
              <a:off x="7451074" y="4864440"/>
              <a:ext cx="66157" cy="66157"/>
            </a:xfrm>
            <a:custGeom>
              <a:rect b="b" l="l" r="r" t="t"/>
              <a:pathLst>
                <a:path extrusionOk="0" h="66157" w="66157">
                  <a:moveTo>
                    <a:pt x="38534" y="0"/>
                  </a:moveTo>
                  <a:cubicBezTo>
                    <a:pt x="36613" y="4537"/>
                    <a:pt x="33849" y="8800"/>
                    <a:pt x="29966" y="12683"/>
                  </a:cubicBezTo>
                  <a:cubicBezTo>
                    <a:pt x="21419" y="21229"/>
                    <a:pt x="10952" y="24416"/>
                    <a:pt x="0" y="24986"/>
                  </a:cubicBezTo>
                  <a:lnTo>
                    <a:pt x="41171" y="66157"/>
                  </a:lnTo>
                  <a:cubicBezTo>
                    <a:pt x="41741" y="55205"/>
                    <a:pt x="44928" y="44738"/>
                    <a:pt x="53474" y="36191"/>
                  </a:cubicBezTo>
                  <a:cubicBezTo>
                    <a:pt x="57357" y="32308"/>
                    <a:pt x="61620" y="29544"/>
                    <a:pt x="66157" y="27624"/>
                  </a:cubicBezTo>
                  <a:cubicBezTo>
                    <a:pt x="53390" y="22918"/>
                    <a:pt x="43240" y="12788"/>
                    <a:pt x="38534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7412309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68246"/>
                  </a:moveTo>
                  <a:cubicBezTo>
                    <a:pt x="83862" y="52630"/>
                    <a:pt x="83862" y="27328"/>
                    <a:pt x="68246" y="11712"/>
                  </a:cubicBezTo>
                  <a:cubicBezTo>
                    <a:pt x="52630" y="-3904"/>
                    <a:pt x="27328" y="-3904"/>
                    <a:pt x="11712" y="11712"/>
                  </a:cubicBezTo>
                  <a:cubicBezTo>
                    <a:pt x="-3904" y="27328"/>
                    <a:pt x="-3904" y="52630"/>
                    <a:pt x="11712" y="68246"/>
                  </a:cubicBezTo>
                  <a:cubicBezTo>
                    <a:pt x="27328" y="83862"/>
                    <a:pt x="52630" y="83862"/>
                    <a:pt x="68246" y="68246"/>
                  </a:cubicBezTo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7493301" y="4808391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7630363" y="4808391"/>
              <a:ext cx="104922" cy="104923"/>
            </a:xfrm>
            <a:custGeom>
              <a:rect b="b" l="l" r="r" t="t"/>
              <a:pathLst>
                <a:path extrusionOk="0" h="104923" w="104922">
                  <a:moveTo>
                    <a:pt x="93211" y="11712"/>
                  </a:moveTo>
                  <a:cubicBezTo>
                    <a:pt x="77595" y="-3904"/>
                    <a:pt x="52293" y="-3904"/>
                    <a:pt x="36677" y="11712"/>
                  </a:cubicBezTo>
                  <a:cubicBezTo>
                    <a:pt x="29185" y="19204"/>
                    <a:pt x="25281" y="28953"/>
                    <a:pt x="25007" y="38766"/>
                  </a:cubicBezTo>
                  <a:lnTo>
                    <a:pt x="25007" y="38766"/>
                  </a:lnTo>
                  <a:cubicBezTo>
                    <a:pt x="24437" y="49718"/>
                    <a:pt x="21250" y="60185"/>
                    <a:pt x="12704" y="68732"/>
                  </a:cubicBezTo>
                  <a:cubicBezTo>
                    <a:pt x="8821" y="72615"/>
                    <a:pt x="4537" y="75379"/>
                    <a:pt x="0" y="77299"/>
                  </a:cubicBezTo>
                  <a:cubicBezTo>
                    <a:pt x="12788" y="82005"/>
                    <a:pt x="22939" y="92156"/>
                    <a:pt x="27623" y="104923"/>
                  </a:cubicBezTo>
                  <a:cubicBezTo>
                    <a:pt x="29544" y="100386"/>
                    <a:pt x="32329" y="96102"/>
                    <a:pt x="36191" y="92219"/>
                  </a:cubicBezTo>
                  <a:cubicBezTo>
                    <a:pt x="44738" y="83673"/>
                    <a:pt x="55205" y="80486"/>
                    <a:pt x="66157" y="79916"/>
                  </a:cubicBezTo>
                  <a:lnTo>
                    <a:pt x="66157" y="79916"/>
                  </a:lnTo>
                  <a:cubicBezTo>
                    <a:pt x="75991" y="79621"/>
                    <a:pt x="85719" y="75717"/>
                    <a:pt x="93211" y="68225"/>
                  </a:cubicBezTo>
                  <a:cubicBezTo>
                    <a:pt x="108827" y="52609"/>
                    <a:pt x="108827" y="27307"/>
                    <a:pt x="93211" y="11691"/>
                  </a:cubicBezTo>
                  <a:close/>
                  <a:moveTo>
                    <a:pt x="79389" y="54424"/>
                  </a:moveTo>
                  <a:cubicBezTo>
                    <a:pt x="75527" y="58286"/>
                    <a:pt x="70399" y="60417"/>
                    <a:pt x="64933" y="60417"/>
                  </a:cubicBezTo>
                  <a:cubicBezTo>
                    <a:pt x="59468" y="60417"/>
                    <a:pt x="54340" y="58286"/>
                    <a:pt x="50478" y="54424"/>
                  </a:cubicBezTo>
                  <a:cubicBezTo>
                    <a:pt x="42501" y="46447"/>
                    <a:pt x="42501" y="33490"/>
                    <a:pt x="50478" y="25513"/>
                  </a:cubicBezTo>
                  <a:cubicBezTo>
                    <a:pt x="54340" y="21651"/>
                    <a:pt x="59468" y="19520"/>
                    <a:pt x="64933" y="19520"/>
                  </a:cubicBezTo>
                  <a:cubicBezTo>
                    <a:pt x="70399" y="19520"/>
                    <a:pt x="75527" y="21651"/>
                    <a:pt x="79389" y="25513"/>
                  </a:cubicBezTo>
                  <a:cubicBezTo>
                    <a:pt x="83250" y="29375"/>
                    <a:pt x="85382" y="34503"/>
                    <a:pt x="85382" y="39969"/>
                  </a:cubicBezTo>
                  <a:cubicBezTo>
                    <a:pt x="85382" y="45434"/>
                    <a:pt x="83250" y="50562"/>
                    <a:pt x="79389" y="54424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574314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7532067" y="4847157"/>
              <a:ext cx="83440" cy="83440"/>
            </a:xfrm>
            <a:custGeom>
              <a:rect b="b" l="l" r="r" t="t"/>
              <a:pathLst>
                <a:path extrusionOk="0" h="83440" w="83440">
                  <a:moveTo>
                    <a:pt x="53474" y="29966"/>
                  </a:moveTo>
                  <a:cubicBezTo>
                    <a:pt x="44928" y="21419"/>
                    <a:pt x="41741" y="10952"/>
                    <a:pt x="41171" y="0"/>
                  </a:cubicBezTo>
                  <a:lnTo>
                    <a:pt x="0" y="41172"/>
                  </a:lnTo>
                  <a:cubicBezTo>
                    <a:pt x="10952" y="41741"/>
                    <a:pt x="21419" y="44928"/>
                    <a:pt x="29966" y="53474"/>
                  </a:cubicBezTo>
                  <a:cubicBezTo>
                    <a:pt x="38513" y="62021"/>
                    <a:pt x="41699" y="72488"/>
                    <a:pt x="42269" y="83440"/>
                  </a:cubicBezTo>
                  <a:lnTo>
                    <a:pt x="83440" y="42269"/>
                  </a:lnTo>
                  <a:cubicBezTo>
                    <a:pt x="72488" y="41699"/>
                    <a:pt x="62021" y="38513"/>
                    <a:pt x="53474" y="2996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" name="Google Shape;33;p3"/>
          <p:cNvSpPr txBox="1"/>
          <p:nvPr>
            <p:ph type="ctrTitle"/>
          </p:nvPr>
        </p:nvSpPr>
        <p:spPr>
          <a:xfrm>
            <a:off x="419101" y="1651703"/>
            <a:ext cx="3842345" cy="12453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97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419101" y="3008769"/>
            <a:ext cx="3842345" cy="249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98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998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798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599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599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99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99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99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99"/>
            </a:lvl9pPr>
          </a:lstStyle>
          <a:p/>
        </p:txBody>
      </p:sp>
      <p:sp>
        <p:nvSpPr>
          <p:cNvPr id="35" name="Google Shape;35;p3"/>
          <p:cNvSpPr txBox="1"/>
          <p:nvPr/>
        </p:nvSpPr>
        <p:spPr>
          <a:xfrm>
            <a:off x="419100" y="4841987"/>
            <a:ext cx="485775" cy="92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fld id="{00000000-1234-1234-1234-123412341234}" type="slidenum">
              <a:rPr b="1" i="0" lang="en-US" sz="5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5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629687" y="4845464"/>
            <a:ext cx="1975200" cy="920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 © Netskope Internal Use Only. All rights reserved.  </a:t>
            </a:r>
            <a:endParaRPr b="0" i="0" sz="139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Only-DRK-BLU">
  <p:cSld name="TItle-Only-DRK-BLU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ullets-DRK-BLU">
  <p:cSld name="Title-and-Bullets-DRK-BLU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419102" y="1076325"/>
            <a:ext cx="8305798" cy="3477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Bullets-Image-DRK-BLU">
  <p:cSld name="Title-Bullets-Image-DRK-BLU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419102" y="1076325"/>
            <a:ext cx="3937747" cy="3477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/>
          <p:nvPr>
            <p:ph idx="2" type="pic"/>
          </p:nvPr>
        </p:nvSpPr>
        <p:spPr>
          <a:xfrm rot="-597435">
            <a:off x="5619017" y="1120841"/>
            <a:ext cx="2689207" cy="3181385"/>
          </a:xfrm>
          <a:prstGeom prst="roundRect">
            <a:avLst>
              <a:gd fmla="val 4523" name="adj"/>
            </a:avLst>
          </a:pr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Bullets-Half-Image-DRK-BLU">
  <p:cSld name="Title-Bullets-Half-Image-DRK-BLU">
    <p:bg>
      <p:bgPr>
        <a:gradFill>
          <a:gsLst>
            <a:gs pos="0">
              <a:schemeClr val="accent1"/>
            </a:gs>
            <a:gs pos="47000">
              <a:srgbClr val="046697"/>
            </a:gs>
            <a:gs pos="95000">
              <a:schemeClr val="dk2"/>
            </a:gs>
            <a:gs pos="100000">
              <a:schemeClr val="dk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419101" y="374305"/>
            <a:ext cx="3733799" cy="8302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419103" y="1424668"/>
            <a:ext cx="3733798" cy="3169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1pPr>
            <a:lvl2pPr indent="-3302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6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-DRK-BLU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-DRK-BLU" showMasterSp="0">
  <p:cSld name="Quote-DRK-BLU">
    <p:bg>
      <p:bgPr>
        <a:gradFill>
          <a:gsLst>
            <a:gs pos="0">
              <a:schemeClr val="accent1"/>
            </a:gs>
            <a:gs pos="47000">
              <a:srgbClr val="046697"/>
            </a:gs>
            <a:gs pos="95000">
              <a:schemeClr val="dk2"/>
            </a:gs>
            <a:gs pos="100000">
              <a:srgbClr val="081A59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9"/>
          <p:cNvGrpSpPr/>
          <p:nvPr/>
        </p:nvGrpSpPr>
        <p:grpSpPr>
          <a:xfrm>
            <a:off x="8401924" y="4807699"/>
            <a:ext cx="322976" cy="160823"/>
            <a:chOff x="7412309" y="4808391"/>
            <a:chExt cx="322976" cy="160972"/>
          </a:xfrm>
        </p:grpSpPr>
        <p:sp>
          <p:nvSpPr>
            <p:cNvPr id="53" name="Google Shape;53;p9"/>
            <p:cNvSpPr/>
            <p:nvPr/>
          </p:nvSpPr>
          <p:spPr>
            <a:xfrm>
              <a:off x="7451074" y="4864440"/>
              <a:ext cx="66157" cy="66157"/>
            </a:xfrm>
            <a:custGeom>
              <a:rect b="b" l="l" r="r" t="t"/>
              <a:pathLst>
                <a:path extrusionOk="0" h="66157" w="66157">
                  <a:moveTo>
                    <a:pt x="38534" y="0"/>
                  </a:moveTo>
                  <a:cubicBezTo>
                    <a:pt x="36613" y="4537"/>
                    <a:pt x="33849" y="8800"/>
                    <a:pt x="29966" y="12683"/>
                  </a:cubicBezTo>
                  <a:cubicBezTo>
                    <a:pt x="21419" y="21229"/>
                    <a:pt x="10952" y="24416"/>
                    <a:pt x="0" y="24986"/>
                  </a:cubicBezTo>
                  <a:lnTo>
                    <a:pt x="41171" y="66157"/>
                  </a:lnTo>
                  <a:cubicBezTo>
                    <a:pt x="41741" y="55205"/>
                    <a:pt x="44928" y="44738"/>
                    <a:pt x="53474" y="36191"/>
                  </a:cubicBezTo>
                  <a:cubicBezTo>
                    <a:pt x="57357" y="32308"/>
                    <a:pt x="61620" y="29544"/>
                    <a:pt x="66157" y="27624"/>
                  </a:cubicBezTo>
                  <a:cubicBezTo>
                    <a:pt x="53390" y="22918"/>
                    <a:pt x="43240" y="12788"/>
                    <a:pt x="38534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9"/>
            <p:cNvSpPr/>
            <p:nvPr/>
          </p:nvSpPr>
          <p:spPr>
            <a:xfrm>
              <a:off x="7412309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68246"/>
                  </a:moveTo>
                  <a:cubicBezTo>
                    <a:pt x="83862" y="52630"/>
                    <a:pt x="83862" y="27328"/>
                    <a:pt x="68246" y="11712"/>
                  </a:cubicBezTo>
                  <a:cubicBezTo>
                    <a:pt x="52630" y="-3904"/>
                    <a:pt x="27328" y="-3904"/>
                    <a:pt x="11712" y="11712"/>
                  </a:cubicBezTo>
                  <a:cubicBezTo>
                    <a:pt x="-3904" y="27328"/>
                    <a:pt x="-3904" y="52630"/>
                    <a:pt x="11712" y="68246"/>
                  </a:cubicBezTo>
                  <a:cubicBezTo>
                    <a:pt x="27328" y="83862"/>
                    <a:pt x="52630" y="83862"/>
                    <a:pt x="68246" y="68246"/>
                  </a:cubicBezTo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9"/>
            <p:cNvSpPr/>
            <p:nvPr/>
          </p:nvSpPr>
          <p:spPr>
            <a:xfrm>
              <a:off x="7493301" y="4808391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7630363" y="4808391"/>
              <a:ext cx="104922" cy="104923"/>
            </a:xfrm>
            <a:custGeom>
              <a:rect b="b" l="l" r="r" t="t"/>
              <a:pathLst>
                <a:path extrusionOk="0" h="104923" w="104922">
                  <a:moveTo>
                    <a:pt x="93211" y="11712"/>
                  </a:moveTo>
                  <a:cubicBezTo>
                    <a:pt x="77595" y="-3904"/>
                    <a:pt x="52293" y="-3904"/>
                    <a:pt x="36677" y="11712"/>
                  </a:cubicBezTo>
                  <a:cubicBezTo>
                    <a:pt x="29185" y="19204"/>
                    <a:pt x="25281" y="28953"/>
                    <a:pt x="25007" y="38766"/>
                  </a:cubicBezTo>
                  <a:lnTo>
                    <a:pt x="25007" y="38766"/>
                  </a:lnTo>
                  <a:cubicBezTo>
                    <a:pt x="24437" y="49718"/>
                    <a:pt x="21250" y="60185"/>
                    <a:pt x="12704" y="68732"/>
                  </a:cubicBezTo>
                  <a:cubicBezTo>
                    <a:pt x="8821" y="72615"/>
                    <a:pt x="4537" y="75379"/>
                    <a:pt x="0" y="77299"/>
                  </a:cubicBezTo>
                  <a:cubicBezTo>
                    <a:pt x="12788" y="82005"/>
                    <a:pt x="22939" y="92156"/>
                    <a:pt x="27623" y="104923"/>
                  </a:cubicBezTo>
                  <a:cubicBezTo>
                    <a:pt x="29544" y="100386"/>
                    <a:pt x="32329" y="96102"/>
                    <a:pt x="36191" y="92219"/>
                  </a:cubicBezTo>
                  <a:cubicBezTo>
                    <a:pt x="44738" y="83673"/>
                    <a:pt x="55205" y="80486"/>
                    <a:pt x="66157" y="79916"/>
                  </a:cubicBezTo>
                  <a:lnTo>
                    <a:pt x="66157" y="79916"/>
                  </a:lnTo>
                  <a:cubicBezTo>
                    <a:pt x="75991" y="79621"/>
                    <a:pt x="85719" y="75717"/>
                    <a:pt x="93211" y="68225"/>
                  </a:cubicBezTo>
                  <a:cubicBezTo>
                    <a:pt x="108827" y="52609"/>
                    <a:pt x="108827" y="27307"/>
                    <a:pt x="93211" y="11691"/>
                  </a:cubicBezTo>
                  <a:close/>
                  <a:moveTo>
                    <a:pt x="79389" y="54424"/>
                  </a:moveTo>
                  <a:cubicBezTo>
                    <a:pt x="75527" y="58286"/>
                    <a:pt x="70399" y="60417"/>
                    <a:pt x="64933" y="60417"/>
                  </a:cubicBezTo>
                  <a:cubicBezTo>
                    <a:pt x="59468" y="60417"/>
                    <a:pt x="54340" y="58286"/>
                    <a:pt x="50478" y="54424"/>
                  </a:cubicBezTo>
                  <a:cubicBezTo>
                    <a:pt x="42501" y="46447"/>
                    <a:pt x="42501" y="33490"/>
                    <a:pt x="50478" y="25513"/>
                  </a:cubicBezTo>
                  <a:cubicBezTo>
                    <a:pt x="54340" y="21651"/>
                    <a:pt x="59468" y="19520"/>
                    <a:pt x="64933" y="19520"/>
                  </a:cubicBezTo>
                  <a:cubicBezTo>
                    <a:pt x="70399" y="19520"/>
                    <a:pt x="75527" y="21651"/>
                    <a:pt x="79389" y="25513"/>
                  </a:cubicBezTo>
                  <a:cubicBezTo>
                    <a:pt x="83250" y="29375"/>
                    <a:pt x="85382" y="34503"/>
                    <a:pt x="85382" y="39969"/>
                  </a:cubicBezTo>
                  <a:cubicBezTo>
                    <a:pt x="85382" y="45434"/>
                    <a:pt x="83250" y="50562"/>
                    <a:pt x="79389" y="54424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7574314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9"/>
            <p:cNvSpPr/>
            <p:nvPr/>
          </p:nvSpPr>
          <p:spPr>
            <a:xfrm>
              <a:off x="7532067" y="4847157"/>
              <a:ext cx="83440" cy="83440"/>
            </a:xfrm>
            <a:custGeom>
              <a:rect b="b" l="l" r="r" t="t"/>
              <a:pathLst>
                <a:path extrusionOk="0" h="83440" w="83440">
                  <a:moveTo>
                    <a:pt x="53474" y="29966"/>
                  </a:moveTo>
                  <a:cubicBezTo>
                    <a:pt x="44928" y="21419"/>
                    <a:pt x="41741" y="10952"/>
                    <a:pt x="41171" y="0"/>
                  </a:cubicBezTo>
                  <a:lnTo>
                    <a:pt x="0" y="41172"/>
                  </a:lnTo>
                  <a:cubicBezTo>
                    <a:pt x="10952" y="41741"/>
                    <a:pt x="21419" y="44928"/>
                    <a:pt x="29966" y="53474"/>
                  </a:cubicBezTo>
                  <a:cubicBezTo>
                    <a:pt x="38513" y="62021"/>
                    <a:pt x="41699" y="72488"/>
                    <a:pt x="42269" y="83440"/>
                  </a:cubicBezTo>
                  <a:lnTo>
                    <a:pt x="83440" y="42269"/>
                  </a:lnTo>
                  <a:cubicBezTo>
                    <a:pt x="72488" y="41699"/>
                    <a:pt x="62021" y="38513"/>
                    <a:pt x="53474" y="2996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9"/>
          <p:cNvSpPr txBox="1"/>
          <p:nvPr/>
        </p:nvSpPr>
        <p:spPr>
          <a:xfrm>
            <a:off x="419100" y="4841987"/>
            <a:ext cx="485775" cy="92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fld id="{00000000-1234-1234-1234-123412341234}" type="slidenum">
              <a:rPr b="1" i="0" lang="en-US" sz="59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5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9"/>
          <p:cNvSpPr txBox="1"/>
          <p:nvPr>
            <p:ph type="ctrTitle"/>
          </p:nvPr>
        </p:nvSpPr>
        <p:spPr>
          <a:xfrm>
            <a:off x="419100" y="1980371"/>
            <a:ext cx="7368540" cy="16604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97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subTitle"/>
          </p:nvPr>
        </p:nvSpPr>
        <p:spPr>
          <a:xfrm>
            <a:off x="419100" y="3752551"/>
            <a:ext cx="7368540" cy="22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99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998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798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599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599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99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99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99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599"/>
            </a:lvl9pPr>
          </a:lstStyle>
          <a:p/>
        </p:txBody>
      </p:sp>
      <p:sp>
        <p:nvSpPr>
          <p:cNvPr id="62" name="Google Shape;62;p9"/>
          <p:cNvSpPr/>
          <p:nvPr/>
        </p:nvSpPr>
        <p:spPr>
          <a:xfrm>
            <a:off x="406690" y="738363"/>
            <a:ext cx="543062" cy="495544"/>
          </a:xfrm>
          <a:custGeom>
            <a:rect b="b" l="l" r="r" t="t"/>
            <a:pathLst>
              <a:path extrusionOk="0" h="496003" w="543062">
                <a:moveTo>
                  <a:pt x="132848" y="495954"/>
                </a:moveTo>
                <a:cubicBezTo>
                  <a:pt x="84547" y="496982"/>
                  <a:pt x="49804" y="481936"/>
                  <a:pt x="28713" y="450816"/>
                </a:cubicBezTo>
                <a:cubicBezTo>
                  <a:pt x="7716" y="419697"/>
                  <a:pt x="-1793" y="381194"/>
                  <a:pt x="278" y="335309"/>
                </a:cubicBezTo>
                <a:cubicBezTo>
                  <a:pt x="1314" y="302694"/>
                  <a:pt x="7999" y="267929"/>
                  <a:pt x="20333" y="231202"/>
                </a:cubicBezTo>
                <a:cubicBezTo>
                  <a:pt x="32667" y="194475"/>
                  <a:pt x="50368" y="156720"/>
                  <a:pt x="73531" y="117937"/>
                </a:cubicBezTo>
                <a:cubicBezTo>
                  <a:pt x="96693" y="79155"/>
                  <a:pt x="125222" y="39904"/>
                  <a:pt x="159118" y="93"/>
                </a:cubicBezTo>
                <a:lnTo>
                  <a:pt x="216176" y="42895"/>
                </a:lnTo>
                <a:cubicBezTo>
                  <a:pt x="204877" y="57193"/>
                  <a:pt x="191507" y="77566"/>
                  <a:pt x="176066" y="104106"/>
                </a:cubicBezTo>
                <a:cubicBezTo>
                  <a:pt x="160624" y="130647"/>
                  <a:pt x="146783" y="159991"/>
                  <a:pt x="134449" y="192139"/>
                </a:cubicBezTo>
                <a:cubicBezTo>
                  <a:pt x="122115" y="224287"/>
                  <a:pt x="115900" y="255126"/>
                  <a:pt x="115900" y="284751"/>
                </a:cubicBezTo>
                <a:cubicBezTo>
                  <a:pt x="123056" y="282695"/>
                  <a:pt x="128988" y="281480"/>
                  <a:pt x="133602" y="280919"/>
                </a:cubicBezTo>
                <a:cubicBezTo>
                  <a:pt x="138215" y="280452"/>
                  <a:pt x="143111" y="280172"/>
                  <a:pt x="148290" y="280172"/>
                </a:cubicBezTo>
                <a:cubicBezTo>
                  <a:pt x="176066" y="280172"/>
                  <a:pt x="200169" y="288395"/>
                  <a:pt x="220789" y="304656"/>
                </a:cubicBezTo>
                <a:cubicBezTo>
                  <a:pt x="241315" y="321010"/>
                  <a:pt x="251107" y="346523"/>
                  <a:pt x="250072" y="381194"/>
                </a:cubicBezTo>
                <a:cubicBezTo>
                  <a:pt x="248000" y="411847"/>
                  <a:pt x="236231" y="438574"/>
                  <a:pt x="214575" y="461564"/>
                </a:cubicBezTo>
                <a:cubicBezTo>
                  <a:pt x="193014" y="484553"/>
                  <a:pt x="165709" y="495954"/>
                  <a:pt x="132848" y="495954"/>
                </a:cubicBezTo>
                <a:close/>
                <a:moveTo>
                  <a:pt x="425859" y="495954"/>
                </a:moveTo>
                <a:cubicBezTo>
                  <a:pt x="377558" y="496982"/>
                  <a:pt x="342814" y="481936"/>
                  <a:pt x="321724" y="450816"/>
                </a:cubicBezTo>
                <a:cubicBezTo>
                  <a:pt x="300633" y="419697"/>
                  <a:pt x="291123" y="381194"/>
                  <a:pt x="293195" y="335215"/>
                </a:cubicBezTo>
                <a:cubicBezTo>
                  <a:pt x="294230" y="302600"/>
                  <a:pt x="300915" y="267836"/>
                  <a:pt x="313250" y="231109"/>
                </a:cubicBezTo>
                <a:cubicBezTo>
                  <a:pt x="325584" y="194382"/>
                  <a:pt x="343285" y="156627"/>
                  <a:pt x="366447" y="117844"/>
                </a:cubicBezTo>
                <a:cubicBezTo>
                  <a:pt x="389610" y="79061"/>
                  <a:pt x="418139" y="39811"/>
                  <a:pt x="452034" y="0"/>
                </a:cubicBezTo>
                <a:lnTo>
                  <a:pt x="509093" y="42801"/>
                </a:lnTo>
                <a:cubicBezTo>
                  <a:pt x="497794" y="57100"/>
                  <a:pt x="484424" y="77472"/>
                  <a:pt x="468982" y="104013"/>
                </a:cubicBezTo>
                <a:cubicBezTo>
                  <a:pt x="453541" y="130554"/>
                  <a:pt x="439700" y="159898"/>
                  <a:pt x="427366" y="192046"/>
                </a:cubicBezTo>
                <a:cubicBezTo>
                  <a:pt x="415032" y="224193"/>
                  <a:pt x="408817" y="255033"/>
                  <a:pt x="408817" y="284657"/>
                </a:cubicBezTo>
                <a:cubicBezTo>
                  <a:pt x="415973" y="282601"/>
                  <a:pt x="421905" y="281386"/>
                  <a:pt x="426518" y="280826"/>
                </a:cubicBezTo>
                <a:cubicBezTo>
                  <a:pt x="431132" y="280359"/>
                  <a:pt x="436028" y="280078"/>
                  <a:pt x="441207" y="280078"/>
                </a:cubicBezTo>
                <a:cubicBezTo>
                  <a:pt x="468982" y="280078"/>
                  <a:pt x="493086" y="288302"/>
                  <a:pt x="513706" y="304563"/>
                </a:cubicBezTo>
                <a:cubicBezTo>
                  <a:pt x="534232" y="320917"/>
                  <a:pt x="544024" y="346430"/>
                  <a:pt x="542988" y="381101"/>
                </a:cubicBezTo>
                <a:cubicBezTo>
                  <a:pt x="540917" y="411753"/>
                  <a:pt x="529148" y="438481"/>
                  <a:pt x="507492" y="461470"/>
                </a:cubicBezTo>
                <a:cubicBezTo>
                  <a:pt x="485930" y="484460"/>
                  <a:pt x="458625" y="495861"/>
                  <a:pt x="425765" y="49586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t/>
            </a:r>
            <a:endParaRPr b="0" i="0" sz="1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9"/>
          <p:cNvSpPr txBox="1"/>
          <p:nvPr/>
        </p:nvSpPr>
        <p:spPr>
          <a:xfrm>
            <a:off x="629687" y="4845464"/>
            <a:ext cx="1975200" cy="920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2025 © Netskope Internal Use Only. All rights reserved.  </a:t>
            </a:r>
            <a:endParaRPr b="0" i="0" sz="139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-You-DRK BLUE">
  <p:cSld name="Thank-You-DRK BLUE">
    <p:bg>
      <p:bgPr>
        <a:gradFill>
          <a:gsLst>
            <a:gs pos="0">
              <a:schemeClr val="accent1"/>
            </a:gs>
            <a:gs pos="100000">
              <a:schemeClr val="dk2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 flipH="1" rot="10800000">
            <a:off x="5678170" y="1692664"/>
            <a:ext cx="3465833" cy="3460241"/>
          </a:xfrm>
          <a:custGeom>
            <a:rect b="b" l="l" r="r" t="t"/>
            <a:pathLst>
              <a:path extrusionOk="0" h="1847726" w="1850712">
                <a:moveTo>
                  <a:pt x="0" y="0"/>
                </a:moveTo>
                <a:lnTo>
                  <a:pt x="1850712" y="0"/>
                </a:lnTo>
                <a:lnTo>
                  <a:pt x="1850712" y="1847422"/>
                </a:lnTo>
                <a:lnTo>
                  <a:pt x="1847689" y="1847726"/>
                </a:lnTo>
                <a:cubicBezTo>
                  <a:pt x="1669035" y="1847726"/>
                  <a:pt x="1524375" y="1703065"/>
                  <a:pt x="1524375" y="1524412"/>
                </a:cubicBezTo>
                <a:lnTo>
                  <a:pt x="1524375" y="846433"/>
                </a:lnTo>
                <a:cubicBezTo>
                  <a:pt x="1524375" y="557490"/>
                  <a:pt x="1290199" y="322936"/>
                  <a:pt x="1000877" y="322936"/>
                </a:cubicBezTo>
                <a:lnTo>
                  <a:pt x="323277" y="322936"/>
                </a:lnTo>
                <a:cubicBezTo>
                  <a:pt x="166955" y="322936"/>
                  <a:pt x="36658" y="212180"/>
                  <a:pt x="6527" y="64806"/>
                </a:cubicBezTo>
                <a:close/>
              </a:path>
            </a:pathLst>
          </a:custGeom>
          <a:gradFill>
            <a:gsLst>
              <a:gs pos="0">
                <a:srgbClr val="02B6D4"/>
              </a:gs>
              <a:gs pos="95000">
                <a:srgbClr val="081A59"/>
              </a:gs>
              <a:gs pos="100000">
                <a:srgbClr val="081A5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/>
          <p:nvPr/>
        </p:nvSpPr>
        <p:spPr>
          <a:xfrm>
            <a:off x="4768835" y="1"/>
            <a:ext cx="3956064" cy="1977830"/>
          </a:xfrm>
          <a:custGeom>
            <a:rect b="b" l="l" r="r" t="t"/>
            <a:pathLst>
              <a:path extrusionOk="0" h="1977830" w="3956064">
                <a:moveTo>
                  <a:pt x="0" y="0"/>
                </a:moveTo>
                <a:lnTo>
                  <a:pt x="3956034" y="0"/>
                </a:lnTo>
                <a:lnTo>
                  <a:pt x="3956064" y="295"/>
                </a:lnTo>
                <a:lnTo>
                  <a:pt x="3956064" y="513"/>
                </a:lnTo>
                <a:lnTo>
                  <a:pt x="3949048" y="70179"/>
                </a:lnTo>
                <a:cubicBezTo>
                  <a:pt x="3916794" y="227931"/>
                  <a:pt x="3777318" y="346490"/>
                  <a:pt x="3609989" y="346490"/>
                </a:cubicBezTo>
                <a:lnTo>
                  <a:pt x="2884675" y="346490"/>
                </a:lnTo>
                <a:cubicBezTo>
                  <a:pt x="2575386" y="346490"/>
                  <a:pt x="2324320" y="597150"/>
                  <a:pt x="2324320" y="906845"/>
                </a:cubicBezTo>
                <a:lnTo>
                  <a:pt x="2323915" y="906845"/>
                </a:lnTo>
                <a:lnTo>
                  <a:pt x="2323915" y="1631754"/>
                </a:lnTo>
                <a:cubicBezTo>
                  <a:pt x="2323915" y="1799083"/>
                  <a:pt x="2205357" y="1938558"/>
                  <a:pt x="2047606" y="1970813"/>
                </a:cubicBezTo>
                <a:lnTo>
                  <a:pt x="1977929" y="1977830"/>
                </a:lnTo>
                <a:lnTo>
                  <a:pt x="1977731" y="1977830"/>
                </a:lnTo>
                <a:lnTo>
                  <a:pt x="1908055" y="1970813"/>
                </a:lnTo>
                <a:cubicBezTo>
                  <a:pt x="1750306" y="1938558"/>
                  <a:pt x="1631755" y="1799083"/>
                  <a:pt x="1631755" y="1631754"/>
                </a:cubicBezTo>
                <a:lnTo>
                  <a:pt x="1631755" y="906440"/>
                </a:lnTo>
                <a:cubicBezTo>
                  <a:pt x="1631755" y="597150"/>
                  <a:pt x="1381084" y="346085"/>
                  <a:pt x="1071389" y="346085"/>
                </a:cubicBezTo>
                <a:lnTo>
                  <a:pt x="346086" y="346085"/>
                </a:lnTo>
                <a:cubicBezTo>
                  <a:pt x="178747" y="346085"/>
                  <a:pt x="39279" y="227216"/>
                  <a:pt x="7027" y="69659"/>
                </a:cubicBezTo>
                <a:close/>
              </a:path>
            </a:pathLst>
          </a:custGeom>
          <a:gradFill>
            <a:gsLst>
              <a:gs pos="0">
                <a:srgbClr val="081A59"/>
              </a:gs>
              <a:gs pos="95000">
                <a:srgbClr val="02B6D4"/>
              </a:gs>
              <a:gs pos="100000">
                <a:srgbClr val="02B6D4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10"/>
          <p:cNvGrpSpPr/>
          <p:nvPr/>
        </p:nvGrpSpPr>
        <p:grpSpPr>
          <a:xfrm>
            <a:off x="419100" y="465525"/>
            <a:ext cx="1736572" cy="271478"/>
            <a:chOff x="4421503" y="465956"/>
            <a:chExt cx="1736572" cy="271729"/>
          </a:xfrm>
        </p:grpSpPr>
        <p:grpSp>
          <p:nvGrpSpPr>
            <p:cNvPr id="68" name="Google Shape;68;p10"/>
            <p:cNvGrpSpPr/>
            <p:nvPr/>
          </p:nvGrpSpPr>
          <p:grpSpPr>
            <a:xfrm>
              <a:off x="4421503" y="467183"/>
              <a:ext cx="427027" cy="212830"/>
              <a:chOff x="4421503" y="467183"/>
              <a:chExt cx="427027" cy="212830"/>
            </a:xfrm>
          </p:grpSpPr>
          <p:sp>
            <p:nvSpPr>
              <p:cNvPr id="69" name="Google Shape;69;p10"/>
              <p:cNvSpPr/>
              <p:nvPr/>
            </p:nvSpPr>
            <p:spPr>
              <a:xfrm>
                <a:off x="4472757" y="541289"/>
                <a:ext cx="87470" cy="87470"/>
              </a:xfrm>
              <a:custGeom>
                <a:rect b="b" l="l" r="r" t="t"/>
                <a:pathLst>
                  <a:path extrusionOk="0" h="87470" w="87470">
                    <a:moveTo>
                      <a:pt x="50948" y="0"/>
                    </a:moveTo>
                    <a:cubicBezTo>
                      <a:pt x="48409" y="5999"/>
                      <a:pt x="44754" y="11635"/>
                      <a:pt x="39620" y="16769"/>
                    </a:cubicBezTo>
                    <a:cubicBezTo>
                      <a:pt x="28320" y="28069"/>
                      <a:pt x="14481" y="32282"/>
                      <a:pt x="0" y="33035"/>
                    </a:cubicBezTo>
                    <a:lnTo>
                      <a:pt x="54435" y="87470"/>
                    </a:lnTo>
                    <a:cubicBezTo>
                      <a:pt x="55189" y="72990"/>
                      <a:pt x="59402" y="59151"/>
                      <a:pt x="70702" y="47851"/>
                    </a:cubicBezTo>
                    <a:cubicBezTo>
                      <a:pt x="75836" y="42717"/>
                      <a:pt x="81472" y="39062"/>
                      <a:pt x="87470" y="36523"/>
                    </a:cubicBezTo>
                    <a:cubicBezTo>
                      <a:pt x="70590" y="30301"/>
                      <a:pt x="57170" y="16908"/>
                      <a:pt x="50948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10"/>
              <p:cNvSpPr/>
              <p:nvPr/>
            </p:nvSpPr>
            <p:spPr>
              <a:xfrm>
                <a:off x="4421503" y="574296"/>
                <a:ext cx="105717" cy="105717"/>
              </a:xfrm>
              <a:custGeom>
                <a:rect b="b" l="l" r="r" t="t"/>
                <a:pathLst>
                  <a:path extrusionOk="0" h="105717" w="105717">
                    <a:moveTo>
                      <a:pt x="90233" y="90233"/>
                    </a:moveTo>
                    <a:cubicBezTo>
                      <a:pt x="110880" y="69586"/>
                      <a:pt x="110880" y="36132"/>
                      <a:pt x="90233" y="15485"/>
                    </a:cubicBezTo>
                    <a:cubicBezTo>
                      <a:pt x="69586" y="-5162"/>
                      <a:pt x="36132" y="-5162"/>
                      <a:pt x="15485" y="15485"/>
                    </a:cubicBezTo>
                    <a:cubicBezTo>
                      <a:pt x="-5162" y="36132"/>
                      <a:pt x="-5162" y="69586"/>
                      <a:pt x="15485" y="90233"/>
                    </a:cubicBezTo>
                    <a:cubicBezTo>
                      <a:pt x="36132" y="110880"/>
                      <a:pt x="69586" y="110880"/>
                      <a:pt x="90233" y="90233"/>
                    </a:cubicBezTo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10"/>
              <p:cNvSpPr/>
              <p:nvPr/>
            </p:nvSpPr>
            <p:spPr>
              <a:xfrm>
                <a:off x="4528587" y="467183"/>
                <a:ext cx="105717" cy="105717"/>
              </a:xfrm>
              <a:custGeom>
                <a:rect b="b" l="l" r="r" t="t"/>
                <a:pathLst>
                  <a:path extrusionOk="0" h="105717" w="105717">
                    <a:moveTo>
                      <a:pt x="90233" y="15485"/>
                    </a:moveTo>
                    <a:cubicBezTo>
                      <a:pt x="110880" y="36132"/>
                      <a:pt x="110880" y="69586"/>
                      <a:pt x="90233" y="90233"/>
                    </a:cubicBezTo>
                    <a:cubicBezTo>
                      <a:pt x="69586" y="110880"/>
                      <a:pt x="36132" y="110880"/>
                      <a:pt x="15485" y="90233"/>
                    </a:cubicBezTo>
                    <a:cubicBezTo>
                      <a:pt x="-5162" y="69586"/>
                      <a:pt x="-5162" y="36132"/>
                      <a:pt x="15485" y="15485"/>
                    </a:cubicBezTo>
                    <a:cubicBezTo>
                      <a:pt x="36132" y="-5162"/>
                      <a:pt x="69586" y="-5162"/>
                      <a:pt x="90233" y="1548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0"/>
              <p:cNvSpPr/>
              <p:nvPr/>
            </p:nvSpPr>
            <p:spPr>
              <a:xfrm>
                <a:off x="4709806" y="467183"/>
                <a:ext cx="138724" cy="138724"/>
              </a:xfrm>
              <a:custGeom>
                <a:rect b="b" l="l" r="r" t="t"/>
                <a:pathLst>
                  <a:path extrusionOk="0" h="138724" w="138724">
                    <a:moveTo>
                      <a:pt x="123240" y="15485"/>
                    </a:moveTo>
                    <a:cubicBezTo>
                      <a:pt x="102593" y="-5162"/>
                      <a:pt x="69139" y="-5162"/>
                      <a:pt x="48492" y="15485"/>
                    </a:cubicBezTo>
                    <a:cubicBezTo>
                      <a:pt x="38587" y="25390"/>
                      <a:pt x="33426" y="38280"/>
                      <a:pt x="33063" y="51255"/>
                    </a:cubicBezTo>
                    <a:lnTo>
                      <a:pt x="33063" y="51255"/>
                    </a:lnTo>
                    <a:cubicBezTo>
                      <a:pt x="32310" y="65735"/>
                      <a:pt x="28097" y="79574"/>
                      <a:pt x="16797" y="90874"/>
                    </a:cubicBezTo>
                    <a:cubicBezTo>
                      <a:pt x="11663" y="96008"/>
                      <a:pt x="5999" y="99663"/>
                      <a:pt x="0" y="102202"/>
                    </a:cubicBezTo>
                    <a:cubicBezTo>
                      <a:pt x="16908" y="108424"/>
                      <a:pt x="30329" y="121845"/>
                      <a:pt x="36523" y="138725"/>
                    </a:cubicBezTo>
                    <a:cubicBezTo>
                      <a:pt x="39062" y="132726"/>
                      <a:pt x="42745" y="127062"/>
                      <a:pt x="47851" y="121928"/>
                    </a:cubicBezTo>
                    <a:cubicBezTo>
                      <a:pt x="59151" y="110628"/>
                      <a:pt x="72990" y="106415"/>
                      <a:pt x="87470" y="105662"/>
                    </a:cubicBezTo>
                    <a:lnTo>
                      <a:pt x="87470" y="105662"/>
                    </a:lnTo>
                    <a:cubicBezTo>
                      <a:pt x="100472" y="105271"/>
                      <a:pt x="113335" y="100110"/>
                      <a:pt x="123240" y="90205"/>
                    </a:cubicBezTo>
                    <a:cubicBezTo>
                      <a:pt x="143887" y="69558"/>
                      <a:pt x="143887" y="36104"/>
                      <a:pt x="123240" y="15457"/>
                    </a:cubicBezTo>
                    <a:close/>
                    <a:moveTo>
                      <a:pt x="104964" y="71957"/>
                    </a:moveTo>
                    <a:cubicBezTo>
                      <a:pt x="99859" y="77063"/>
                      <a:pt x="93079" y="79881"/>
                      <a:pt x="85852" y="79881"/>
                    </a:cubicBezTo>
                    <a:cubicBezTo>
                      <a:pt x="78626" y="79881"/>
                      <a:pt x="71846" y="77063"/>
                      <a:pt x="66740" y="71957"/>
                    </a:cubicBezTo>
                    <a:cubicBezTo>
                      <a:pt x="56193" y="61411"/>
                      <a:pt x="56193" y="44279"/>
                      <a:pt x="66740" y="33733"/>
                    </a:cubicBezTo>
                    <a:cubicBezTo>
                      <a:pt x="71846" y="28627"/>
                      <a:pt x="78626" y="25809"/>
                      <a:pt x="85852" y="25809"/>
                    </a:cubicBezTo>
                    <a:cubicBezTo>
                      <a:pt x="93079" y="25809"/>
                      <a:pt x="99859" y="28627"/>
                      <a:pt x="104964" y="33733"/>
                    </a:cubicBezTo>
                    <a:cubicBezTo>
                      <a:pt x="110070" y="38839"/>
                      <a:pt x="112888" y="45619"/>
                      <a:pt x="112888" y="52845"/>
                    </a:cubicBezTo>
                    <a:cubicBezTo>
                      <a:pt x="112888" y="60071"/>
                      <a:pt x="110070" y="66851"/>
                      <a:pt x="104964" y="71957"/>
                    </a:cubicBezTo>
                    <a:close/>
                  </a:path>
                </a:pathLst>
              </a:custGeom>
              <a:solidFill>
                <a:srgbClr val="00A6C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0"/>
              <p:cNvSpPr/>
              <p:nvPr/>
            </p:nvSpPr>
            <p:spPr>
              <a:xfrm>
                <a:off x="4635700" y="574296"/>
                <a:ext cx="105717" cy="105717"/>
              </a:xfrm>
              <a:custGeom>
                <a:rect b="b" l="l" r="r" t="t"/>
                <a:pathLst>
                  <a:path extrusionOk="0" h="105717" w="105717">
                    <a:moveTo>
                      <a:pt x="90233" y="15485"/>
                    </a:moveTo>
                    <a:cubicBezTo>
                      <a:pt x="110880" y="36132"/>
                      <a:pt x="110880" y="69586"/>
                      <a:pt x="90233" y="90233"/>
                    </a:cubicBezTo>
                    <a:cubicBezTo>
                      <a:pt x="69586" y="110880"/>
                      <a:pt x="36132" y="110880"/>
                      <a:pt x="15485" y="90233"/>
                    </a:cubicBezTo>
                    <a:cubicBezTo>
                      <a:pt x="-5162" y="69586"/>
                      <a:pt x="-5162" y="36132"/>
                      <a:pt x="15485" y="15485"/>
                    </a:cubicBezTo>
                    <a:cubicBezTo>
                      <a:pt x="36132" y="-5162"/>
                      <a:pt x="69586" y="-5162"/>
                      <a:pt x="90233" y="1548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0"/>
              <p:cNvSpPr/>
              <p:nvPr/>
            </p:nvSpPr>
            <p:spPr>
              <a:xfrm>
                <a:off x="4579842" y="518438"/>
                <a:ext cx="110321" cy="110321"/>
              </a:xfrm>
              <a:custGeom>
                <a:rect b="b" l="l" r="r" t="t"/>
                <a:pathLst>
                  <a:path extrusionOk="0" h="110321" w="110321">
                    <a:moveTo>
                      <a:pt x="70702" y="39620"/>
                    </a:moveTo>
                    <a:cubicBezTo>
                      <a:pt x="59402" y="28320"/>
                      <a:pt x="55189" y="14481"/>
                      <a:pt x="54435" y="0"/>
                    </a:cubicBezTo>
                    <a:lnTo>
                      <a:pt x="0" y="54435"/>
                    </a:lnTo>
                    <a:cubicBezTo>
                      <a:pt x="14481" y="55189"/>
                      <a:pt x="28320" y="59402"/>
                      <a:pt x="39620" y="70702"/>
                    </a:cubicBezTo>
                    <a:cubicBezTo>
                      <a:pt x="50920" y="82002"/>
                      <a:pt x="55133" y="95841"/>
                      <a:pt x="55886" y="110321"/>
                    </a:cubicBezTo>
                    <a:lnTo>
                      <a:pt x="110322" y="55886"/>
                    </a:lnTo>
                    <a:cubicBezTo>
                      <a:pt x="95841" y="55133"/>
                      <a:pt x="82002" y="50920"/>
                      <a:pt x="70702" y="3962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" name="Google Shape;75;p10"/>
            <p:cNvSpPr/>
            <p:nvPr/>
          </p:nvSpPr>
          <p:spPr>
            <a:xfrm>
              <a:off x="5263897" y="465956"/>
              <a:ext cx="72347" cy="214755"/>
            </a:xfrm>
            <a:custGeom>
              <a:rect b="b" l="l" r="r" t="t"/>
              <a:pathLst>
                <a:path extrusionOk="0" h="214755" w="72347">
                  <a:moveTo>
                    <a:pt x="43582" y="214756"/>
                  </a:moveTo>
                  <a:cubicBezTo>
                    <a:pt x="16713" y="214756"/>
                    <a:pt x="0" y="198378"/>
                    <a:pt x="0" y="172011"/>
                  </a:cubicBezTo>
                  <a:lnTo>
                    <a:pt x="0" y="11300"/>
                  </a:lnTo>
                  <a:cubicBezTo>
                    <a:pt x="0" y="4966"/>
                    <a:pt x="4855" y="0"/>
                    <a:pt x="11021" y="0"/>
                  </a:cubicBezTo>
                  <a:cubicBezTo>
                    <a:pt x="17187" y="0"/>
                    <a:pt x="22321" y="4966"/>
                    <a:pt x="22321" y="11300"/>
                  </a:cubicBezTo>
                  <a:lnTo>
                    <a:pt x="22321" y="65875"/>
                  </a:lnTo>
                  <a:lnTo>
                    <a:pt x="61606" y="65875"/>
                  </a:lnTo>
                  <a:cubicBezTo>
                    <a:pt x="67326" y="65875"/>
                    <a:pt x="72348" y="70897"/>
                    <a:pt x="72348" y="76617"/>
                  </a:cubicBezTo>
                  <a:cubicBezTo>
                    <a:pt x="72348" y="82337"/>
                    <a:pt x="67437" y="87108"/>
                    <a:pt x="61606" y="87108"/>
                  </a:cubicBezTo>
                  <a:lnTo>
                    <a:pt x="22321" y="87108"/>
                  </a:lnTo>
                  <a:lnTo>
                    <a:pt x="22321" y="170644"/>
                  </a:lnTo>
                  <a:cubicBezTo>
                    <a:pt x="22321" y="186073"/>
                    <a:pt x="29771" y="193244"/>
                    <a:pt x="45758" y="193244"/>
                  </a:cubicBezTo>
                  <a:cubicBezTo>
                    <a:pt x="51673" y="193244"/>
                    <a:pt x="55300" y="192100"/>
                    <a:pt x="57728" y="191347"/>
                  </a:cubicBezTo>
                  <a:cubicBezTo>
                    <a:pt x="59206" y="190872"/>
                    <a:pt x="60350" y="190510"/>
                    <a:pt x="61634" y="190510"/>
                  </a:cubicBezTo>
                  <a:cubicBezTo>
                    <a:pt x="67214" y="190510"/>
                    <a:pt x="72125" y="195420"/>
                    <a:pt x="72125" y="201001"/>
                  </a:cubicBezTo>
                  <a:cubicBezTo>
                    <a:pt x="72125" y="205465"/>
                    <a:pt x="69502" y="209064"/>
                    <a:pt x="64954" y="210878"/>
                  </a:cubicBezTo>
                  <a:cubicBezTo>
                    <a:pt x="59709" y="212719"/>
                    <a:pt x="52733" y="214756"/>
                    <a:pt x="43610" y="2147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0"/>
            <p:cNvSpPr/>
            <p:nvPr/>
          </p:nvSpPr>
          <p:spPr>
            <a:xfrm>
              <a:off x="5364843" y="526780"/>
              <a:ext cx="113641" cy="153931"/>
            </a:xfrm>
            <a:custGeom>
              <a:rect b="b" l="l" r="r" t="t"/>
              <a:pathLst>
                <a:path extrusionOk="0" h="153931" w="113641">
                  <a:moveTo>
                    <a:pt x="61048" y="153931"/>
                  </a:moveTo>
                  <a:cubicBezTo>
                    <a:pt x="41880" y="153931"/>
                    <a:pt x="19559" y="146509"/>
                    <a:pt x="4241" y="134986"/>
                  </a:cubicBezTo>
                  <a:cubicBezTo>
                    <a:pt x="2204" y="133452"/>
                    <a:pt x="0" y="130048"/>
                    <a:pt x="0" y="126225"/>
                  </a:cubicBezTo>
                  <a:cubicBezTo>
                    <a:pt x="0" y="120254"/>
                    <a:pt x="5050" y="115204"/>
                    <a:pt x="11021" y="115204"/>
                  </a:cubicBezTo>
                  <a:cubicBezTo>
                    <a:pt x="13588" y="115204"/>
                    <a:pt x="16183" y="116041"/>
                    <a:pt x="18080" y="117464"/>
                  </a:cubicBezTo>
                  <a:cubicBezTo>
                    <a:pt x="32086" y="127509"/>
                    <a:pt x="46456" y="132419"/>
                    <a:pt x="61885" y="132419"/>
                  </a:cubicBezTo>
                  <a:cubicBezTo>
                    <a:pt x="79072" y="132419"/>
                    <a:pt x="91042" y="123351"/>
                    <a:pt x="91042" y="110349"/>
                  </a:cubicBezTo>
                  <a:lnTo>
                    <a:pt x="91042" y="109791"/>
                  </a:lnTo>
                  <a:cubicBezTo>
                    <a:pt x="91042" y="97933"/>
                    <a:pt x="79212" y="92353"/>
                    <a:pt x="57393" y="86187"/>
                  </a:cubicBezTo>
                  <a:lnTo>
                    <a:pt x="56835" y="86020"/>
                  </a:lnTo>
                  <a:lnTo>
                    <a:pt x="56193" y="85824"/>
                  </a:lnTo>
                  <a:cubicBezTo>
                    <a:pt x="33956" y="79407"/>
                    <a:pt x="6278" y="71399"/>
                    <a:pt x="6278" y="43582"/>
                  </a:cubicBezTo>
                  <a:lnTo>
                    <a:pt x="6278" y="43024"/>
                  </a:lnTo>
                  <a:cubicBezTo>
                    <a:pt x="6278" y="18108"/>
                    <a:pt x="27483" y="0"/>
                    <a:pt x="56667" y="0"/>
                  </a:cubicBezTo>
                  <a:cubicBezTo>
                    <a:pt x="72097" y="0"/>
                    <a:pt x="89368" y="4799"/>
                    <a:pt x="104016" y="13169"/>
                  </a:cubicBezTo>
                  <a:lnTo>
                    <a:pt x="104267" y="13337"/>
                  </a:lnTo>
                  <a:cubicBezTo>
                    <a:pt x="107838" y="15708"/>
                    <a:pt x="109819" y="19168"/>
                    <a:pt x="109819" y="23074"/>
                  </a:cubicBezTo>
                  <a:cubicBezTo>
                    <a:pt x="109819" y="29045"/>
                    <a:pt x="104769" y="34095"/>
                    <a:pt x="98798" y="34095"/>
                  </a:cubicBezTo>
                  <a:cubicBezTo>
                    <a:pt x="96594" y="34095"/>
                    <a:pt x="94362" y="33454"/>
                    <a:pt x="92604" y="32338"/>
                  </a:cubicBezTo>
                  <a:cubicBezTo>
                    <a:pt x="80607" y="25251"/>
                    <a:pt x="67995" y="21512"/>
                    <a:pt x="56137" y="21512"/>
                  </a:cubicBezTo>
                  <a:cubicBezTo>
                    <a:pt x="40094" y="21512"/>
                    <a:pt x="28878" y="29687"/>
                    <a:pt x="28878" y="41378"/>
                  </a:cubicBezTo>
                  <a:lnTo>
                    <a:pt x="28878" y="41936"/>
                  </a:lnTo>
                  <a:cubicBezTo>
                    <a:pt x="28878" y="53570"/>
                    <a:pt x="43637" y="58732"/>
                    <a:pt x="64452" y="64703"/>
                  </a:cubicBezTo>
                  <a:cubicBezTo>
                    <a:pt x="82867" y="69865"/>
                    <a:pt x="113642" y="78514"/>
                    <a:pt x="113642" y="108089"/>
                  </a:cubicBezTo>
                  <a:lnTo>
                    <a:pt x="113642" y="108647"/>
                  </a:lnTo>
                  <a:cubicBezTo>
                    <a:pt x="113642" y="134847"/>
                    <a:pt x="91516" y="153847"/>
                    <a:pt x="61048" y="1538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0"/>
            <p:cNvSpPr/>
            <p:nvPr/>
          </p:nvSpPr>
          <p:spPr>
            <a:xfrm>
              <a:off x="5515845" y="465956"/>
              <a:ext cx="22320" cy="213109"/>
            </a:xfrm>
            <a:custGeom>
              <a:rect b="b" l="l" r="r" t="t"/>
              <a:pathLst>
                <a:path extrusionOk="0" h="213109" w="22320">
                  <a:moveTo>
                    <a:pt x="11300" y="213110"/>
                  </a:moveTo>
                  <a:cubicBezTo>
                    <a:pt x="4855" y="213110"/>
                    <a:pt x="0" y="208255"/>
                    <a:pt x="0" y="201810"/>
                  </a:cubicBezTo>
                  <a:lnTo>
                    <a:pt x="0" y="11300"/>
                  </a:lnTo>
                  <a:cubicBezTo>
                    <a:pt x="0" y="4966"/>
                    <a:pt x="4855" y="0"/>
                    <a:pt x="11021" y="0"/>
                  </a:cubicBezTo>
                  <a:cubicBezTo>
                    <a:pt x="17187" y="0"/>
                    <a:pt x="22321" y="4966"/>
                    <a:pt x="22321" y="11300"/>
                  </a:cubicBezTo>
                  <a:lnTo>
                    <a:pt x="22321" y="201810"/>
                  </a:lnTo>
                  <a:cubicBezTo>
                    <a:pt x="22321" y="208366"/>
                    <a:pt x="17689" y="213110"/>
                    <a:pt x="11300" y="2131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0"/>
            <p:cNvSpPr/>
            <p:nvPr/>
          </p:nvSpPr>
          <p:spPr>
            <a:xfrm>
              <a:off x="5661964" y="526306"/>
              <a:ext cx="152229" cy="154963"/>
            </a:xfrm>
            <a:custGeom>
              <a:rect b="b" l="l" r="r" t="t"/>
              <a:pathLst>
                <a:path extrusionOk="0" h="154963" w="152229">
                  <a:moveTo>
                    <a:pt x="75836" y="154963"/>
                  </a:moveTo>
                  <a:cubicBezTo>
                    <a:pt x="33314" y="154963"/>
                    <a:pt x="0" y="121175"/>
                    <a:pt x="0" y="78040"/>
                  </a:cubicBezTo>
                  <a:lnTo>
                    <a:pt x="0" y="77482"/>
                  </a:lnTo>
                  <a:cubicBezTo>
                    <a:pt x="0" y="34040"/>
                    <a:pt x="33537" y="0"/>
                    <a:pt x="76394" y="0"/>
                  </a:cubicBezTo>
                  <a:cubicBezTo>
                    <a:pt x="119250" y="0"/>
                    <a:pt x="152229" y="33788"/>
                    <a:pt x="152229" y="76924"/>
                  </a:cubicBezTo>
                  <a:lnTo>
                    <a:pt x="152229" y="77482"/>
                  </a:lnTo>
                  <a:cubicBezTo>
                    <a:pt x="152229" y="120924"/>
                    <a:pt x="118692" y="154963"/>
                    <a:pt x="75836" y="154963"/>
                  </a:cubicBezTo>
                  <a:close/>
                  <a:moveTo>
                    <a:pt x="75836" y="21512"/>
                  </a:moveTo>
                  <a:cubicBezTo>
                    <a:pt x="45953" y="21512"/>
                    <a:pt x="23409" y="45340"/>
                    <a:pt x="23409" y="76924"/>
                  </a:cubicBezTo>
                  <a:lnTo>
                    <a:pt x="23409" y="77482"/>
                  </a:lnTo>
                  <a:cubicBezTo>
                    <a:pt x="23409" y="108871"/>
                    <a:pt x="46679" y="133452"/>
                    <a:pt x="76366" y="133452"/>
                  </a:cubicBezTo>
                  <a:cubicBezTo>
                    <a:pt x="106053" y="133452"/>
                    <a:pt x="128792" y="109624"/>
                    <a:pt x="128792" y="78040"/>
                  </a:cubicBezTo>
                  <a:lnTo>
                    <a:pt x="128792" y="77482"/>
                  </a:lnTo>
                  <a:cubicBezTo>
                    <a:pt x="128792" y="46093"/>
                    <a:pt x="105523" y="21512"/>
                    <a:pt x="75836" y="2151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0"/>
            <p:cNvSpPr/>
            <p:nvPr/>
          </p:nvSpPr>
          <p:spPr>
            <a:xfrm>
              <a:off x="5085747" y="526306"/>
              <a:ext cx="139087" cy="154963"/>
            </a:xfrm>
            <a:custGeom>
              <a:rect b="b" l="l" r="r" t="t"/>
              <a:pathLst>
                <a:path extrusionOk="0" h="154963" w="139087">
                  <a:moveTo>
                    <a:pt x="72822" y="154963"/>
                  </a:moveTo>
                  <a:cubicBezTo>
                    <a:pt x="31305" y="154963"/>
                    <a:pt x="0" y="121761"/>
                    <a:pt x="0" y="77761"/>
                  </a:cubicBezTo>
                  <a:lnTo>
                    <a:pt x="0" y="77203"/>
                  </a:lnTo>
                  <a:cubicBezTo>
                    <a:pt x="0" y="33900"/>
                    <a:pt x="31026" y="0"/>
                    <a:pt x="70646" y="0"/>
                  </a:cubicBezTo>
                  <a:cubicBezTo>
                    <a:pt x="110266" y="0"/>
                    <a:pt x="139088" y="32226"/>
                    <a:pt x="139088" y="76645"/>
                  </a:cubicBezTo>
                  <a:cubicBezTo>
                    <a:pt x="139088" y="82281"/>
                    <a:pt x="133842" y="87387"/>
                    <a:pt x="128067" y="87387"/>
                  </a:cubicBezTo>
                  <a:lnTo>
                    <a:pt x="51840" y="87387"/>
                  </a:lnTo>
                  <a:cubicBezTo>
                    <a:pt x="45646" y="87387"/>
                    <a:pt x="41182" y="83006"/>
                    <a:pt x="41182" y="76952"/>
                  </a:cubicBezTo>
                  <a:cubicBezTo>
                    <a:pt x="41182" y="70897"/>
                    <a:pt x="45758" y="66265"/>
                    <a:pt x="51840" y="66265"/>
                  </a:cubicBezTo>
                  <a:lnTo>
                    <a:pt x="115176" y="66265"/>
                  </a:lnTo>
                  <a:cubicBezTo>
                    <a:pt x="112219" y="44475"/>
                    <a:pt x="99049" y="21177"/>
                    <a:pt x="70088" y="21177"/>
                  </a:cubicBezTo>
                  <a:cubicBezTo>
                    <a:pt x="46456" y="21177"/>
                    <a:pt x="27455" y="40150"/>
                    <a:pt x="23604" y="66879"/>
                  </a:cubicBezTo>
                  <a:lnTo>
                    <a:pt x="23130" y="71343"/>
                  </a:lnTo>
                  <a:cubicBezTo>
                    <a:pt x="22600" y="76087"/>
                    <a:pt x="22656" y="80411"/>
                    <a:pt x="23270" y="84206"/>
                  </a:cubicBezTo>
                  <a:lnTo>
                    <a:pt x="23270" y="84485"/>
                  </a:lnTo>
                  <a:cubicBezTo>
                    <a:pt x="26116" y="113279"/>
                    <a:pt x="46707" y="133396"/>
                    <a:pt x="73352" y="133396"/>
                  </a:cubicBezTo>
                  <a:cubicBezTo>
                    <a:pt x="89507" y="133396"/>
                    <a:pt x="102844" y="127704"/>
                    <a:pt x="115344" y="115511"/>
                  </a:cubicBezTo>
                  <a:cubicBezTo>
                    <a:pt x="117436" y="113419"/>
                    <a:pt x="119975" y="112330"/>
                    <a:pt x="122849" y="112330"/>
                  </a:cubicBezTo>
                  <a:cubicBezTo>
                    <a:pt x="128932" y="112330"/>
                    <a:pt x="133870" y="117157"/>
                    <a:pt x="133870" y="123072"/>
                  </a:cubicBezTo>
                  <a:cubicBezTo>
                    <a:pt x="133870" y="125053"/>
                    <a:pt x="133256" y="127983"/>
                    <a:pt x="130382" y="130885"/>
                  </a:cubicBezTo>
                  <a:cubicBezTo>
                    <a:pt x="113558" y="147709"/>
                    <a:pt x="96343" y="154880"/>
                    <a:pt x="72822" y="1548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0"/>
            <p:cNvSpPr/>
            <p:nvPr/>
          </p:nvSpPr>
          <p:spPr>
            <a:xfrm>
              <a:off x="5842931" y="526334"/>
              <a:ext cx="147960" cy="211351"/>
            </a:xfrm>
            <a:custGeom>
              <a:rect b="b" l="l" r="r" t="t"/>
              <a:pathLst>
                <a:path extrusionOk="0" h="211351" w="147960">
                  <a:moveTo>
                    <a:pt x="11300" y="211324"/>
                  </a:moveTo>
                  <a:cubicBezTo>
                    <a:pt x="4855" y="211324"/>
                    <a:pt x="0" y="206469"/>
                    <a:pt x="0" y="200024"/>
                  </a:cubicBezTo>
                  <a:lnTo>
                    <a:pt x="0" y="70479"/>
                  </a:lnTo>
                  <a:cubicBezTo>
                    <a:pt x="0" y="27650"/>
                    <a:pt x="32979" y="0"/>
                    <a:pt x="72125" y="0"/>
                  </a:cubicBezTo>
                  <a:cubicBezTo>
                    <a:pt x="114646" y="0"/>
                    <a:pt x="147960" y="33788"/>
                    <a:pt x="147960" y="76924"/>
                  </a:cubicBezTo>
                  <a:lnTo>
                    <a:pt x="147960" y="77482"/>
                  </a:lnTo>
                  <a:cubicBezTo>
                    <a:pt x="147960" y="120924"/>
                    <a:pt x="114423" y="154963"/>
                    <a:pt x="71567" y="154963"/>
                  </a:cubicBezTo>
                  <a:cubicBezTo>
                    <a:pt x="52231" y="154963"/>
                    <a:pt x="35128" y="148044"/>
                    <a:pt x="22321" y="135237"/>
                  </a:cubicBezTo>
                  <a:lnTo>
                    <a:pt x="22321" y="200052"/>
                  </a:lnTo>
                  <a:cubicBezTo>
                    <a:pt x="22321" y="206609"/>
                    <a:pt x="17689" y="211352"/>
                    <a:pt x="11300" y="211352"/>
                  </a:cubicBezTo>
                  <a:close/>
                  <a:moveTo>
                    <a:pt x="22321" y="83983"/>
                  </a:moveTo>
                  <a:cubicBezTo>
                    <a:pt x="24972" y="112191"/>
                    <a:pt x="43861" y="132029"/>
                    <a:pt x="69362" y="133340"/>
                  </a:cubicBezTo>
                  <a:cubicBezTo>
                    <a:pt x="70283" y="133396"/>
                    <a:pt x="71204" y="133424"/>
                    <a:pt x="72125" y="133424"/>
                  </a:cubicBezTo>
                  <a:cubicBezTo>
                    <a:pt x="81360" y="133424"/>
                    <a:pt x="89870" y="131192"/>
                    <a:pt x="97375" y="126755"/>
                  </a:cubicBezTo>
                  <a:cubicBezTo>
                    <a:pt x="98101" y="126337"/>
                    <a:pt x="98798" y="125890"/>
                    <a:pt x="99496" y="125444"/>
                  </a:cubicBezTo>
                  <a:cubicBezTo>
                    <a:pt x="105746" y="121315"/>
                    <a:pt x="110907" y="115818"/>
                    <a:pt x="114897" y="109094"/>
                  </a:cubicBezTo>
                  <a:cubicBezTo>
                    <a:pt x="115344" y="108368"/>
                    <a:pt x="115762" y="107615"/>
                    <a:pt x="116153" y="106834"/>
                  </a:cubicBezTo>
                  <a:cubicBezTo>
                    <a:pt x="116962" y="105327"/>
                    <a:pt x="117715" y="103737"/>
                    <a:pt x="118385" y="102119"/>
                  </a:cubicBezTo>
                  <a:cubicBezTo>
                    <a:pt x="121510" y="94641"/>
                    <a:pt x="123100" y="86522"/>
                    <a:pt x="123100" y="77984"/>
                  </a:cubicBezTo>
                  <a:lnTo>
                    <a:pt x="123100" y="77426"/>
                  </a:lnTo>
                  <a:cubicBezTo>
                    <a:pt x="123100" y="70674"/>
                    <a:pt x="122068" y="64117"/>
                    <a:pt x="120059" y="57923"/>
                  </a:cubicBezTo>
                  <a:cubicBezTo>
                    <a:pt x="119501" y="56221"/>
                    <a:pt x="118859" y="54519"/>
                    <a:pt x="118162" y="52873"/>
                  </a:cubicBezTo>
                  <a:cubicBezTo>
                    <a:pt x="117464" y="51255"/>
                    <a:pt x="116683" y="49664"/>
                    <a:pt x="115846" y="48102"/>
                  </a:cubicBezTo>
                  <a:cubicBezTo>
                    <a:pt x="111214" y="39648"/>
                    <a:pt x="104574" y="32728"/>
                    <a:pt x="96594" y="28097"/>
                  </a:cubicBezTo>
                  <a:cubicBezTo>
                    <a:pt x="95869" y="27678"/>
                    <a:pt x="95115" y="27260"/>
                    <a:pt x="94362" y="26869"/>
                  </a:cubicBezTo>
                  <a:cubicBezTo>
                    <a:pt x="92883" y="26116"/>
                    <a:pt x="91321" y="25390"/>
                    <a:pt x="89702" y="24776"/>
                  </a:cubicBezTo>
                  <a:cubicBezTo>
                    <a:pt x="86494" y="23521"/>
                    <a:pt x="83118" y="22628"/>
                    <a:pt x="79658" y="22070"/>
                  </a:cubicBezTo>
                  <a:cubicBezTo>
                    <a:pt x="77900" y="21791"/>
                    <a:pt x="76087" y="21596"/>
                    <a:pt x="74273" y="21512"/>
                  </a:cubicBezTo>
                  <a:cubicBezTo>
                    <a:pt x="73352" y="21456"/>
                    <a:pt x="72432" y="21428"/>
                    <a:pt x="71511" y="21428"/>
                  </a:cubicBezTo>
                  <a:cubicBezTo>
                    <a:pt x="44558" y="21428"/>
                    <a:pt x="24804" y="41350"/>
                    <a:pt x="22237" y="70423"/>
                  </a:cubicBezTo>
                  <a:lnTo>
                    <a:pt x="22265" y="70423"/>
                  </a:lnTo>
                  <a:lnTo>
                    <a:pt x="22265" y="839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5555618" y="528098"/>
              <a:ext cx="91725" cy="151162"/>
            </a:xfrm>
            <a:custGeom>
              <a:rect b="b" l="l" r="r" t="t"/>
              <a:pathLst>
                <a:path extrusionOk="0" h="151162" w="91725">
                  <a:moveTo>
                    <a:pt x="80509" y="151162"/>
                  </a:moveTo>
                  <a:cubicBezTo>
                    <a:pt x="77495" y="151162"/>
                    <a:pt x="74650" y="149990"/>
                    <a:pt x="72529" y="147814"/>
                  </a:cubicBezTo>
                  <a:lnTo>
                    <a:pt x="3250" y="77642"/>
                  </a:lnTo>
                  <a:cubicBezTo>
                    <a:pt x="-823" y="73513"/>
                    <a:pt x="-1102" y="67040"/>
                    <a:pt x="2609" y="62576"/>
                  </a:cubicBezTo>
                  <a:lnTo>
                    <a:pt x="2999" y="62157"/>
                  </a:lnTo>
                  <a:lnTo>
                    <a:pt x="66084" y="3788"/>
                  </a:lnTo>
                  <a:cubicBezTo>
                    <a:pt x="67981" y="1639"/>
                    <a:pt x="70604" y="300"/>
                    <a:pt x="73478" y="49"/>
                  </a:cubicBezTo>
                  <a:cubicBezTo>
                    <a:pt x="76463" y="-230"/>
                    <a:pt x="79365" y="691"/>
                    <a:pt x="81681" y="2588"/>
                  </a:cubicBezTo>
                  <a:cubicBezTo>
                    <a:pt x="86424" y="6550"/>
                    <a:pt x="87066" y="13637"/>
                    <a:pt x="83131" y="18380"/>
                  </a:cubicBezTo>
                  <a:lnTo>
                    <a:pt x="82713" y="18827"/>
                  </a:lnTo>
                  <a:lnTo>
                    <a:pt x="26799" y="69523"/>
                  </a:lnTo>
                  <a:lnTo>
                    <a:pt x="88489" y="132022"/>
                  </a:lnTo>
                  <a:cubicBezTo>
                    <a:pt x="90581" y="134142"/>
                    <a:pt x="91753" y="136988"/>
                    <a:pt x="91725" y="139974"/>
                  </a:cubicBezTo>
                  <a:cubicBezTo>
                    <a:pt x="91725" y="142959"/>
                    <a:pt x="90525" y="145777"/>
                    <a:pt x="88377" y="147898"/>
                  </a:cubicBezTo>
                  <a:cubicBezTo>
                    <a:pt x="86284" y="149990"/>
                    <a:pt x="83466" y="151134"/>
                    <a:pt x="80509" y="1511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0"/>
            <p:cNvSpPr/>
            <p:nvPr/>
          </p:nvSpPr>
          <p:spPr>
            <a:xfrm>
              <a:off x="4927408" y="526836"/>
              <a:ext cx="125639" cy="154433"/>
            </a:xfrm>
            <a:custGeom>
              <a:rect b="b" l="l" r="r" t="t"/>
              <a:pathLst>
                <a:path extrusionOk="0" h="154433" w="125639">
                  <a:moveTo>
                    <a:pt x="114562" y="154433"/>
                  </a:moveTo>
                  <a:cubicBezTo>
                    <a:pt x="108089" y="154433"/>
                    <a:pt x="103179" y="149551"/>
                    <a:pt x="103179" y="143050"/>
                  </a:cubicBezTo>
                  <a:lnTo>
                    <a:pt x="103179" y="65066"/>
                  </a:lnTo>
                  <a:cubicBezTo>
                    <a:pt x="103179" y="37722"/>
                    <a:pt x="88112" y="21400"/>
                    <a:pt x="62834" y="21400"/>
                  </a:cubicBezTo>
                  <a:cubicBezTo>
                    <a:pt x="37555" y="21400"/>
                    <a:pt x="22488" y="37722"/>
                    <a:pt x="22488" y="65066"/>
                  </a:cubicBezTo>
                  <a:lnTo>
                    <a:pt x="22488" y="143050"/>
                  </a:lnTo>
                  <a:cubicBezTo>
                    <a:pt x="22488" y="149523"/>
                    <a:pt x="17606" y="154433"/>
                    <a:pt x="11105" y="154433"/>
                  </a:cubicBezTo>
                  <a:cubicBezTo>
                    <a:pt x="4604" y="154433"/>
                    <a:pt x="0" y="149662"/>
                    <a:pt x="0" y="143050"/>
                  </a:cubicBezTo>
                  <a:lnTo>
                    <a:pt x="0" y="62555"/>
                  </a:lnTo>
                  <a:cubicBezTo>
                    <a:pt x="0" y="24553"/>
                    <a:pt x="23911" y="0"/>
                    <a:pt x="60880" y="0"/>
                  </a:cubicBezTo>
                  <a:lnTo>
                    <a:pt x="64759" y="0"/>
                  </a:lnTo>
                  <a:cubicBezTo>
                    <a:pt x="101756" y="0"/>
                    <a:pt x="125639" y="24553"/>
                    <a:pt x="125639" y="62555"/>
                  </a:cubicBezTo>
                  <a:lnTo>
                    <a:pt x="125639" y="143050"/>
                  </a:lnTo>
                  <a:cubicBezTo>
                    <a:pt x="125639" y="149634"/>
                    <a:pt x="120980" y="154433"/>
                    <a:pt x="114535" y="1544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0"/>
            <p:cNvSpPr/>
            <p:nvPr/>
          </p:nvSpPr>
          <p:spPr>
            <a:xfrm>
              <a:off x="6018988" y="526306"/>
              <a:ext cx="139087" cy="154963"/>
            </a:xfrm>
            <a:custGeom>
              <a:rect b="b" l="l" r="r" t="t"/>
              <a:pathLst>
                <a:path extrusionOk="0" h="154963" w="139087">
                  <a:moveTo>
                    <a:pt x="72822" y="154963"/>
                  </a:moveTo>
                  <a:cubicBezTo>
                    <a:pt x="31305" y="154963"/>
                    <a:pt x="0" y="121761"/>
                    <a:pt x="0" y="77761"/>
                  </a:cubicBezTo>
                  <a:lnTo>
                    <a:pt x="0" y="77203"/>
                  </a:lnTo>
                  <a:cubicBezTo>
                    <a:pt x="0" y="33900"/>
                    <a:pt x="31026" y="0"/>
                    <a:pt x="70646" y="0"/>
                  </a:cubicBezTo>
                  <a:cubicBezTo>
                    <a:pt x="110266" y="0"/>
                    <a:pt x="139088" y="32226"/>
                    <a:pt x="139088" y="76645"/>
                  </a:cubicBezTo>
                  <a:cubicBezTo>
                    <a:pt x="139088" y="82364"/>
                    <a:pt x="133926" y="87387"/>
                    <a:pt x="128067" y="87387"/>
                  </a:cubicBezTo>
                  <a:lnTo>
                    <a:pt x="51841" y="87387"/>
                  </a:lnTo>
                  <a:cubicBezTo>
                    <a:pt x="45646" y="87387"/>
                    <a:pt x="41154" y="83006"/>
                    <a:pt x="41154" y="76952"/>
                  </a:cubicBezTo>
                  <a:cubicBezTo>
                    <a:pt x="41154" y="70897"/>
                    <a:pt x="45730" y="66265"/>
                    <a:pt x="51841" y="66265"/>
                  </a:cubicBezTo>
                  <a:lnTo>
                    <a:pt x="115176" y="66265"/>
                  </a:lnTo>
                  <a:cubicBezTo>
                    <a:pt x="112219" y="44475"/>
                    <a:pt x="99049" y="21177"/>
                    <a:pt x="70088" y="21177"/>
                  </a:cubicBezTo>
                  <a:cubicBezTo>
                    <a:pt x="46428" y="21177"/>
                    <a:pt x="27427" y="40178"/>
                    <a:pt x="23605" y="66935"/>
                  </a:cubicBezTo>
                  <a:lnTo>
                    <a:pt x="23130" y="71343"/>
                  </a:lnTo>
                  <a:cubicBezTo>
                    <a:pt x="22600" y="76087"/>
                    <a:pt x="22656" y="80411"/>
                    <a:pt x="23270" y="84206"/>
                  </a:cubicBezTo>
                  <a:lnTo>
                    <a:pt x="23270" y="84485"/>
                  </a:lnTo>
                  <a:cubicBezTo>
                    <a:pt x="26116" y="113279"/>
                    <a:pt x="46707" y="133396"/>
                    <a:pt x="73352" y="133396"/>
                  </a:cubicBezTo>
                  <a:cubicBezTo>
                    <a:pt x="89507" y="133396"/>
                    <a:pt x="102844" y="127704"/>
                    <a:pt x="115344" y="115511"/>
                  </a:cubicBezTo>
                  <a:cubicBezTo>
                    <a:pt x="117436" y="113419"/>
                    <a:pt x="119975" y="112330"/>
                    <a:pt x="122849" y="112330"/>
                  </a:cubicBezTo>
                  <a:cubicBezTo>
                    <a:pt x="128932" y="112330"/>
                    <a:pt x="133870" y="117157"/>
                    <a:pt x="133870" y="123072"/>
                  </a:cubicBezTo>
                  <a:cubicBezTo>
                    <a:pt x="133870" y="125025"/>
                    <a:pt x="133256" y="127983"/>
                    <a:pt x="130383" y="130885"/>
                  </a:cubicBezTo>
                  <a:cubicBezTo>
                    <a:pt x="113558" y="147709"/>
                    <a:pt x="96343" y="154880"/>
                    <a:pt x="72822" y="1548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10"/>
          <p:cNvSpPr txBox="1"/>
          <p:nvPr>
            <p:ph type="ctrTitle"/>
          </p:nvPr>
        </p:nvSpPr>
        <p:spPr>
          <a:xfrm>
            <a:off x="419101" y="2125825"/>
            <a:ext cx="3842345" cy="12453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995">
                <a:solidFill>
                  <a:schemeClr val="accent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" type="body"/>
          </p:nvPr>
        </p:nvSpPr>
        <p:spPr>
          <a:xfrm>
            <a:off x="419101" y="3505611"/>
            <a:ext cx="3842345" cy="3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0" sz="1798">
                <a:solidFill>
                  <a:schemeClr val="accent6"/>
                </a:solidFill>
              </a:defRPr>
            </a:lvl1pPr>
            <a:lvl2pPr indent="-3302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Slide-WHITE">
  <p:cSld name="Title-Slide-WHITE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 flipH="1" rot="10800000">
            <a:off x="5678170" y="1692664"/>
            <a:ext cx="3465833" cy="3460241"/>
          </a:xfrm>
          <a:custGeom>
            <a:rect b="b" l="l" r="r" t="t"/>
            <a:pathLst>
              <a:path extrusionOk="0" h="1847726" w="1850712">
                <a:moveTo>
                  <a:pt x="0" y="0"/>
                </a:moveTo>
                <a:lnTo>
                  <a:pt x="1850712" y="0"/>
                </a:lnTo>
                <a:lnTo>
                  <a:pt x="1850712" y="1847422"/>
                </a:lnTo>
                <a:lnTo>
                  <a:pt x="1847689" y="1847726"/>
                </a:lnTo>
                <a:cubicBezTo>
                  <a:pt x="1669035" y="1847726"/>
                  <a:pt x="1524375" y="1703065"/>
                  <a:pt x="1524375" y="1524412"/>
                </a:cubicBezTo>
                <a:lnTo>
                  <a:pt x="1524375" y="846433"/>
                </a:lnTo>
                <a:cubicBezTo>
                  <a:pt x="1524375" y="557490"/>
                  <a:pt x="1290199" y="322936"/>
                  <a:pt x="1000877" y="322936"/>
                </a:cubicBezTo>
                <a:lnTo>
                  <a:pt x="323277" y="322936"/>
                </a:lnTo>
                <a:cubicBezTo>
                  <a:pt x="166955" y="322936"/>
                  <a:pt x="36658" y="212180"/>
                  <a:pt x="6527" y="64806"/>
                </a:cubicBezTo>
                <a:close/>
              </a:path>
            </a:pathLst>
          </a:custGeom>
          <a:gradFill>
            <a:gsLst>
              <a:gs pos="0">
                <a:srgbClr val="02B6D4"/>
              </a:gs>
              <a:gs pos="95000">
                <a:srgbClr val="081A59"/>
              </a:gs>
              <a:gs pos="100000">
                <a:srgbClr val="081A5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4768835" y="1"/>
            <a:ext cx="3956064" cy="1977830"/>
          </a:xfrm>
          <a:custGeom>
            <a:rect b="b" l="l" r="r" t="t"/>
            <a:pathLst>
              <a:path extrusionOk="0" h="1977830" w="3956064">
                <a:moveTo>
                  <a:pt x="0" y="0"/>
                </a:moveTo>
                <a:lnTo>
                  <a:pt x="3956034" y="0"/>
                </a:lnTo>
                <a:lnTo>
                  <a:pt x="3956064" y="295"/>
                </a:lnTo>
                <a:lnTo>
                  <a:pt x="3956064" y="513"/>
                </a:lnTo>
                <a:lnTo>
                  <a:pt x="3949048" y="70179"/>
                </a:lnTo>
                <a:cubicBezTo>
                  <a:pt x="3916794" y="227931"/>
                  <a:pt x="3777318" y="346490"/>
                  <a:pt x="3609989" y="346490"/>
                </a:cubicBezTo>
                <a:lnTo>
                  <a:pt x="2884675" y="346490"/>
                </a:lnTo>
                <a:cubicBezTo>
                  <a:pt x="2575386" y="346490"/>
                  <a:pt x="2324320" y="597150"/>
                  <a:pt x="2324320" y="906845"/>
                </a:cubicBezTo>
                <a:lnTo>
                  <a:pt x="2323915" y="906845"/>
                </a:lnTo>
                <a:lnTo>
                  <a:pt x="2323915" y="1631754"/>
                </a:lnTo>
                <a:cubicBezTo>
                  <a:pt x="2323915" y="1799083"/>
                  <a:pt x="2205357" y="1938558"/>
                  <a:pt x="2047606" y="1970813"/>
                </a:cubicBezTo>
                <a:lnTo>
                  <a:pt x="1977929" y="1977830"/>
                </a:lnTo>
                <a:lnTo>
                  <a:pt x="1977731" y="1977830"/>
                </a:lnTo>
                <a:lnTo>
                  <a:pt x="1908055" y="1970813"/>
                </a:lnTo>
                <a:cubicBezTo>
                  <a:pt x="1750306" y="1938558"/>
                  <a:pt x="1631755" y="1799083"/>
                  <a:pt x="1631755" y="1631754"/>
                </a:cubicBezTo>
                <a:lnTo>
                  <a:pt x="1631755" y="906440"/>
                </a:lnTo>
                <a:cubicBezTo>
                  <a:pt x="1631755" y="597150"/>
                  <a:pt x="1381084" y="346085"/>
                  <a:pt x="1071389" y="346085"/>
                </a:cubicBezTo>
                <a:lnTo>
                  <a:pt x="346086" y="346085"/>
                </a:lnTo>
                <a:cubicBezTo>
                  <a:pt x="178747" y="346085"/>
                  <a:pt x="39279" y="227216"/>
                  <a:pt x="7027" y="69659"/>
                </a:cubicBezTo>
                <a:close/>
              </a:path>
            </a:pathLst>
          </a:custGeom>
          <a:gradFill>
            <a:gsLst>
              <a:gs pos="0">
                <a:srgbClr val="081A59"/>
              </a:gs>
              <a:gs pos="95000">
                <a:srgbClr val="02B6D4"/>
              </a:gs>
              <a:gs pos="100000">
                <a:srgbClr val="02B6D4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" name="Google Shape;101;p12"/>
          <p:cNvGrpSpPr/>
          <p:nvPr/>
        </p:nvGrpSpPr>
        <p:grpSpPr>
          <a:xfrm>
            <a:off x="8401924" y="4807699"/>
            <a:ext cx="322976" cy="160823"/>
            <a:chOff x="7412309" y="4808391"/>
            <a:chExt cx="322976" cy="160972"/>
          </a:xfrm>
        </p:grpSpPr>
        <p:sp>
          <p:nvSpPr>
            <p:cNvPr id="102" name="Google Shape;102;p12"/>
            <p:cNvSpPr/>
            <p:nvPr/>
          </p:nvSpPr>
          <p:spPr>
            <a:xfrm>
              <a:off x="7451074" y="4864440"/>
              <a:ext cx="66157" cy="66157"/>
            </a:xfrm>
            <a:custGeom>
              <a:rect b="b" l="l" r="r" t="t"/>
              <a:pathLst>
                <a:path extrusionOk="0" h="66157" w="66157">
                  <a:moveTo>
                    <a:pt x="38534" y="0"/>
                  </a:moveTo>
                  <a:cubicBezTo>
                    <a:pt x="36613" y="4537"/>
                    <a:pt x="33849" y="8800"/>
                    <a:pt x="29966" y="12683"/>
                  </a:cubicBezTo>
                  <a:cubicBezTo>
                    <a:pt x="21419" y="21229"/>
                    <a:pt x="10952" y="24416"/>
                    <a:pt x="0" y="24986"/>
                  </a:cubicBezTo>
                  <a:lnTo>
                    <a:pt x="41171" y="66157"/>
                  </a:lnTo>
                  <a:cubicBezTo>
                    <a:pt x="41741" y="55205"/>
                    <a:pt x="44928" y="44738"/>
                    <a:pt x="53474" y="36191"/>
                  </a:cubicBezTo>
                  <a:cubicBezTo>
                    <a:pt x="57357" y="32308"/>
                    <a:pt x="61620" y="29544"/>
                    <a:pt x="66157" y="27624"/>
                  </a:cubicBezTo>
                  <a:cubicBezTo>
                    <a:pt x="53390" y="22918"/>
                    <a:pt x="43240" y="12788"/>
                    <a:pt x="38534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2"/>
            <p:cNvSpPr/>
            <p:nvPr/>
          </p:nvSpPr>
          <p:spPr>
            <a:xfrm>
              <a:off x="7412309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68246"/>
                  </a:moveTo>
                  <a:cubicBezTo>
                    <a:pt x="83862" y="52630"/>
                    <a:pt x="83862" y="27328"/>
                    <a:pt x="68246" y="11712"/>
                  </a:cubicBezTo>
                  <a:cubicBezTo>
                    <a:pt x="52630" y="-3904"/>
                    <a:pt x="27328" y="-3904"/>
                    <a:pt x="11712" y="11712"/>
                  </a:cubicBezTo>
                  <a:cubicBezTo>
                    <a:pt x="-3904" y="27328"/>
                    <a:pt x="-3904" y="52630"/>
                    <a:pt x="11712" y="68246"/>
                  </a:cubicBezTo>
                  <a:cubicBezTo>
                    <a:pt x="27328" y="83862"/>
                    <a:pt x="52630" y="83862"/>
                    <a:pt x="68246" y="68246"/>
                  </a:cubicBezTo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2"/>
            <p:cNvSpPr/>
            <p:nvPr/>
          </p:nvSpPr>
          <p:spPr>
            <a:xfrm>
              <a:off x="7493301" y="4808391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2"/>
            <p:cNvSpPr/>
            <p:nvPr/>
          </p:nvSpPr>
          <p:spPr>
            <a:xfrm>
              <a:off x="7630363" y="4808391"/>
              <a:ext cx="104922" cy="104923"/>
            </a:xfrm>
            <a:custGeom>
              <a:rect b="b" l="l" r="r" t="t"/>
              <a:pathLst>
                <a:path extrusionOk="0" h="104923" w="104922">
                  <a:moveTo>
                    <a:pt x="93211" y="11712"/>
                  </a:moveTo>
                  <a:cubicBezTo>
                    <a:pt x="77595" y="-3904"/>
                    <a:pt x="52293" y="-3904"/>
                    <a:pt x="36677" y="11712"/>
                  </a:cubicBezTo>
                  <a:cubicBezTo>
                    <a:pt x="29185" y="19204"/>
                    <a:pt x="25281" y="28953"/>
                    <a:pt x="25007" y="38766"/>
                  </a:cubicBezTo>
                  <a:lnTo>
                    <a:pt x="25007" y="38766"/>
                  </a:lnTo>
                  <a:cubicBezTo>
                    <a:pt x="24437" y="49718"/>
                    <a:pt x="21250" y="60185"/>
                    <a:pt x="12704" y="68732"/>
                  </a:cubicBezTo>
                  <a:cubicBezTo>
                    <a:pt x="8821" y="72615"/>
                    <a:pt x="4537" y="75379"/>
                    <a:pt x="0" y="77299"/>
                  </a:cubicBezTo>
                  <a:cubicBezTo>
                    <a:pt x="12788" y="82005"/>
                    <a:pt x="22939" y="92156"/>
                    <a:pt x="27623" y="104923"/>
                  </a:cubicBezTo>
                  <a:cubicBezTo>
                    <a:pt x="29544" y="100386"/>
                    <a:pt x="32329" y="96102"/>
                    <a:pt x="36191" y="92219"/>
                  </a:cubicBezTo>
                  <a:cubicBezTo>
                    <a:pt x="44738" y="83673"/>
                    <a:pt x="55205" y="80486"/>
                    <a:pt x="66157" y="79916"/>
                  </a:cubicBezTo>
                  <a:lnTo>
                    <a:pt x="66157" y="79916"/>
                  </a:lnTo>
                  <a:cubicBezTo>
                    <a:pt x="75991" y="79621"/>
                    <a:pt x="85719" y="75717"/>
                    <a:pt x="93211" y="68225"/>
                  </a:cubicBezTo>
                  <a:cubicBezTo>
                    <a:pt x="108827" y="52609"/>
                    <a:pt x="108827" y="27307"/>
                    <a:pt x="93211" y="11691"/>
                  </a:cubicBezTo>
                  <a:close/>
                  <a:moveTo>
                    <a:pt x="79389" y="54424"/>
                  </a:moveTo>
                  <a:cubicBezTo>
                    <a:pt x="75527" y="58286"/>
                    <a:pt x="70399" y="60417"/>
                    <a:pt x="64933" y="60417"/>
                  </a:cubicBezTo>
                  <a:cubicBezTo>
                    <a:pt x="59468" y="60417"/>
                    <a:pt x="54340" y="58286"/>
                    <a:pt x="50478" y="54424"/>
                  </a:cubicBezTo>
                  <a:cubicBezTo>
                    <a:pt x="42501" y="46447"/>
                    <a:pt x="42501" y="33490"/>
                    <a:pt x="50478" y="25513"/>
                  </a:cubicBezTo>
                  <a:cubicBezTo>
                    <a:pt x="54340" y="21651"/>
                    <a:pt x="59468" y="19520"/>
                    <a:pt x="64933" y="19520"/>
                  </a:cubicBezTo>
                  <a:cubicBezTo>
                    <a:pt x="70399" y="19520"/>
                    <a:pt x="75527" y="21651"/>
                    <a:pt x="79389" y="25513"/>
                  </a:cubicBezTo>
                  <a:cubicBezTo>
                    <a:pt x="83250" y="29375"/>
                    <a:pt x="85382" y="34503"/>
                    <a:pt x="85382" y="39969"/>
                  </a:cubicBezTo>
                  <a:cubicBezTo>
                    <a:pt x="85382" y="45434"/>
                    <a:pt x="83250" y="50562"/>
                    <a:pt x="79389" y="54424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2"/>
            <p:cNvSpPr/>
            <p:nvPr/>
          </p:nvSpPr>
          <p:spPr>
            <a:xfrm>
              <a:off x="7574314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2"/>
            <p:cNvSpPr/>
            <p:nvPr/>
          </p:nvSpPr>
          <p:spPr>
            <a:xfrm>
              <a:off x="7532067" y="4847157"/>
              <a:ext cx="83440" cy="83440"/>
            </a:xfrm>
            <a:custGeom>
              <a:rect b="b" l="l" r="r" t="t"/>
              <a:pathLst>
                <a:path extrusionOk="0" h="83440" w="83440">
                  <a:moveTo>
                    <a:pt x="53474" y="29966"/>
                  </a:moveTo>
                  <a:cubicBezTo>
                    <a:pt x="44928" y="21419"/>
                    <a:pt x="41741" y="10952"/>
                    <a:pt x="41171" y="0"/>
                  </a:cubicBezTo>
                  <a:lnTo>
                    <a:pt x="0" y="41172"/>
                  </a:lnTo>
                  <a:cubicBezTo>
                    <a:pt x="10952" y="41741"/>
                    <a:pt x="21419" y="44928"/>
                    <a:pt x="29966" y="53474"/>
                  </a:cubicBezTo>
                  <a:cubicBezTo>
                    <a:pt x="38513" y="62021"/>
                    <a:pt x="41699" y="72488"/>
                    <a:pt x="42269" y="83440"/>
                  </a:cubicBezTo>
                  <a:lnTo>
                    <a:pt x="83440" y="42269"/>
                  </a:lnTo>
                  <a:cubicBezTo>
                    <a:pt x="72488" y="41699"/>
                    <a:pt x="62021" y="38513"/>
                    <a:pt x="53474" y="2996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12"/>
          <p:cNvSpPr txBox="1"/>
          <p:nvPr>
            <p:ph type="ctrTitle"/>
          </p:nvPr>
        </p:nvSpPr>
        <p:spPr>
          <a:xfrm>
            <a:off x="419101" y="1651703"/>
            <a:ext cx="3842345" cy="12453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97"/>
              <a:buFont typeface="Arial"/>
              <a:buNone/>
              <a:defRPr sz="299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" type="subTitle"/>
          </p:nvPr>
        </p:nvSpPr>
        <p:spPr>
          <a:xfrm>
            <a:off x="419101" y="3008769"/>
            <a:ext cx="3842345" cy="249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98"/>
              <a:buNone/>
              <a:defRPr sz="1798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998"/>
              <a:buNone/>
              <a:defRPr sz="1998"/>
            </a:lvl2pPr>
            <a:lvl3pPr lvl="2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798"/>
              <a:buNone/>
              <a:defRPr sz="1798"/>
            </a:lvl3pPr>
            <a:lvl4pPr lvl="3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599"/>
              <a:buNone/>
              <a:defRPr sz="1599"/>
            </a:lvl4pPr>
            <a:lvl5pPr lvl="4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599"/>
              <a:buNone/>
              <a:defRPr sz="1599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Only-WHITE">
  <p:cSld name="TItle-Only-WHIT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ullets-WHITE">
  <p:cSld name="Title-and-Bullets-WHIT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idx="1" type="body"/>
          </p:nvPr>
        </p:nvSpPr>
        <p:spPr>
          <a:xfrm>
            <a:off x="419102" y="1076325"/>
            <a:ext cx="8305798" cy="3477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136" lvl="0" marL="4572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1pPr>
            <a:lvl2pPr indent="-330136" lvl="1" marL="9144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2pPr>
            <a:lvl3pPr indent="-330137" lvl="2" marL="13716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3pPr>
            <a:lvl4pPr indent="-330137" lvl="3" marL="18288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4pPr>
            <a:lvl5pPr indent="-330136" lvl="4" marL="22860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Bullets-Image-WHITE">
  <p:cSld name="Title-Bullets-Image-WHIT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5"/>
          <p:cNvSpPr/>
          <p:nvPr>
            <p:ph idx="2" type="pic"/>
          </p:nvPr>
        </p:nvSpPr>
        <p:spPr>
          <a:xfrm rot="-597435">
            <a:off x="5619017" y="1120841"/>
            <a:ext cx="2689207" cy="3181385"/>
          </a:xfrm>
          <a:prstGeom prst="roundRect">
            <a:avLst>
              <a:gd fmla="val 4523" name="adj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419102" y="1076325"/>
            <a:ext cx="3937747" cy="3477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136" lvl="0" marL="4572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1pPr>
            <a:lvl2pPr indent="-330136" lvl="1" marL="9144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2pPr>
            <a:lvl3pPr indent="-330137" lvl="2" marL="13716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3pPr>
            <a:lvl4pPr indent="-330137" lvl="3" marL="18288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4pPr>
            <a:lvl5pPr indent="-330136" lvl="4" marL="22860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Bullets-Half-Image-WHITE">
  <p:cSld name="Title-Bullets-Half-Image-WHIT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16"/>
          <p:cNvSpPr txBox="1"/>
          <p:nvPr>
            <p:ph type="title"/>
          </p:nvPr>
        </p:nvSpPr>
        <p:spPr>
          <a:xfrm>
            <a:off x="419101" y="374305"/>
            <a:ext cx="3733799" cy="830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97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419103" y="1424668"/>
            <a:ext cx="3733798" cy="3169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136" lvl="0" marL="4572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1pPr>
            <a:lvl2pPr indent="-330136" lvl="1" marL="9144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2pPr>
            <a:lvl3pPr indent="-330137" lvl="2" marL="13716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3pPr>
            <a:lvl4pPr indent="-330137" lvl="3" marL="18288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4pPr>
            <a:lvl5pPr indent="-330136" lvl="4" marL="22860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WHITE">
  <p:cSld name="Blank-WHIT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-WHITE">
  <p:cSld name="Quote-WHITE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/>
          <p:nvPr/>
        </p:nvSpPr>
        <p:spPr>
          <a:xfrm flipH="1" rot="10800000">
            <a:off x="5678169" y="1691098"/>
            <a:ext cx="3465833" cy="3457040"/>
          </a:xfrm>
          <a:custGeom>
            <a:rect b="b" l="l" r="r" t="t"/>
            <a:pathLst>
              <a:path extrusionOk="0" h="1847726" w="1850712">
                <a:moveTo>
                  <a:pt x="0" y="0"/>
                </a:moveTo>
                <a:lnTo>
                  <a:pt x="1850712" y="0"/>
                </a:lnTo>
                <a:lnTo>
                  <a:pt x="1850712" y="1847422"/>
                </a:lnTo>
                <a:lnTo>
                  <a:pt x="1847689" y="1847726"/>
                </a:lnTo>
                <a:cubicBezTo>
                  <a:pt x="1669035" y="1847726"/>
                  <a:pt x="1524375" y="1703065"/>
                  <a:pt x="1524375" y="1524412"/>
                </a:cubicBezTo>
                <a:lnTo>
                  <a:pt x="1524375" y="846433"/>
                </a:lnTo>
                <a:cubicBezTo>
                  <a:pt x="1524375" y="557490"/>
                  <a:pt x="1290199" y="322936"/>
                  <a:pt x="1000877" y="322936"/>
                </a:cubicBezTo>
                <a:lnTo>
                  <a:pt x="323277" y="322936"/>
                </a:lnTo>
                <a:cubicBezTo>
                  <a:pt x="166955" y="322936"/>
                  <a:pt x="36658" y="212180"/>
                  <a:pt x="6527" y="6480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5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t/>
            </a:r>
            <a:endParaRPr b="0" i="0" sz="13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8"/>
          <p:cNvGrpSpPr/>
          <p:nvPr/>
        </p:nvGrpSpPr>
        <p:grpSpPr>
          <a:xfrm>
            <a:off x="8401924" y="4807699"/>
            <a:ext cx="322976" cy="160823"/>
            <a:chOff x="7412309" y="4808391"/>
            <a:chExt cx="322976" cy="160972"/>
          </a:xfrm>
        </p:grpSpPr>
        <p:sp>
          <p:nvSpPr>
            <p:cNvPr id="127" name="Google Shape;127;p18"/>
            <p:cNvSpPr/>
            <p:nvPr/>
          </p:nvSpPr>
          <p:spPr>
            <a:xfrm>
              <a:off x="7451074" y="4864440"/>
              <a:ext cx="66157" cy="66157"/>
            </a:xfrm>
            <a:custGeom>
              <a:rect b="b" l="l" r="r" t="t"/>
              <a:pathLst>
                <a:path extrusionOk="0" h="66157" w="66157">
                  <a:moveTo>
                    <a:pt x="38534" y="0"/>
                  </a:moveTo>
                  <a:cubicBezTo>
                    <a:pt x="36613" y="4537"/>
                    <a:pt x="33849" y="8800"/>
                    <a:pt x="29966" y="12683"/>
                  </a:cubicBezTo>
                  <a:cubicBezTo>
                    <a:pt x="21419" y="21229"/>
                    <a:pt x="10952" y="24416"/>
                    <a:pt x="0" y="24986"/>
                  </a:cubicBezTo>
                  <a:lnTo>
                    <a:pt x="41171" y="66157"/>
                  </a:lnTo>
                  <a:cubicBezTo>
                    <a:pt x="41741" y="55205"/>
                    <a:pt x="44928" y="44738"/>
                    <a:pt x="53474" y="36191"/>
                  </a:cubicBezTo>
                  <a:cubicBezTo>
                    <a:pt x="57357" y="32308"/>
                    <a:pt x="61620" y="29544"/>
                    <a:pt x="66157" y="27624"/>
                  </a:cubicBezTo>
                  <a:cubicBezTo>
                    <a:pt x="53390" y="22918"/>
                    <a:pt x="43240" y="12788"/>
                    <a:pt x="38534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7412309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68246"/>
                  </a:moveTo>
                  <a:cubicBezTo>
                    <a:pt x="83862" y="52630"/>
                    <a:pt x="83862" y="27328"/>
                    <a:pt x="68246" y="11712"/>
                  </a:cubicBezTo>
                  <a:cubicBezTo>
                    <a:pt x="52630" y="-3904"/>
                    <a:pt x="27328" y="-3904"/>
                    <a:pt x="11712" y="11712"/>
                  </a:cubicBezTo>
                  <a:cubicBezTo>
                    <a:pt x="-3904" y="27328"/>
                    <a:pt x="-3904" y="52630"/>
                    <a:pt x="11712" y="68246"/>
                  </a:cubicBezTo>
                  <a:cubicBezTo>
                    <a:pt x="27328" y="83862"/>
                    <a:pt x="52630" y="83862"/>
                    <a:pt x="68246" y="68246"/>
                  </a:cubicBezTo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7493301" y="4808391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7630363" y="4808391"/>
              <a:ext cx="104922" cy="104923"/>
            </a:xfrm>
            <a:custGeom>
              <a:rect b="b" l="l" r="r" t="t"/>
              <a:pathLst>
                <a:path extrusionOk="0" h="104923" w="104922">
                  <a:moveTo>
                    <a:pt x="93211" y="11712"/>
                  </a:moveTo>
                  <a:cubicBezTo>
                    <a:pt x="77595" y="-3904"/>
                    <a:pt x="52293" y="-3904"/>
                    <a:pt x="36677" y="11712"/>
                  </a:cubicBezTo>
                  <a:cubicBezTo>
                    <a:pt x="29185" y="19204"/>
                    <a:pt x="25281" y="28953"/>
                    <a:pt x="25007" y="38766"/>
                  </a:cubicBezTo>
                  <a:lnTo>
                    <a:pt x="25007" y="38766"/>
                  </a:lnTo>
                  <a:cubicBezTo>
                    <a:pt x="24437" y="49718"/>
                    <a:pt x="21250" y="60185"/>
                    <a:pt x="12704" y="68732"/>
                  </a:cubicBezTo>
                  <a:cubicBezTo>
                    <a:pt x="8821" y="72615"/>
                    <a:pt x="4537" y="75379"/>
                    <a:pt x="0" y="77299"/>
                  </a:cubicBezTo>
                  <a:cubicBezTo>
                    <a:pt x="12788" y="82005"/>
                    <a:pt x="22939" y="92156"/>
                    <a:pt x="27623" y="104923"/>
                  </a:cubicBezTo>
                  <a:cubicBezTo>
                    <a:pt x="29544" y="100386"/>
                    <a:pt x="32329" y="96102"/>
                    <a:pt x="36191" y="92219"/>
                  </a:cubicBezTo>
                  <a:cubicBezTo>
                    <a:pt x="44738" y="83673"/>
                    <a:pt x="55205" y="80486"/>
                    <a:pt x="66157" y="79916"/>
                  </a:cubicBezTo>
                  <a:lnTo>
                    <a:pt x="66157" y="79916"/>
                  </a:lnTo>
                  <a:cubicBezTo>
                    <a:pt x="75991" y="79621"/>
                    <a:pt x="85719" y="75717"/>
                    <a:pt x="93211" y="68225"/>
                  </a:cubicBezTo>
                  <a:cubicBezTo>
                    <a:pt x="108827" y="52609"/>
                    <a:pt x="108827" y="27307"/>
                    <a:pt x="93211" y="11691"/>
                  </a:cubicBezTo>
                  <a:close/>
                  <a:moveTo>
                    <a:pt x="79389" y="54424"/>
                  </a:moveTo>
                  <a:cubicBezTo>
                    <a:pt x="75527" y="58286"/>
                    <a:pt x="70399" y="60417"/>
                    <a:pt x="64933" y="60417"/>
                  </a:cubicBezTo>
                  <a:cubicBezTo>
                    <a:pt x="59468" y="60417"/>
                    <a:pt x="54340" y="58286"/>
                    <a:pt x="50478" y="54424"/>
                  </a:cubicBezTo>
                  <a:cubicBezTo>
                    <a:pt x="42501" y="46447"/>
                    <a:pt x="42501" y="33490"/>
                    <a:pt x="50478" y="25513"/>
                  </a:cubicBezTo>
                  <a:cubicBezTo>
                    <a:pt x="54340" y="21651"/>
                    <a:pt x="59468" y="19520"/>
                    <a:pt x="64933" y="19520"/>
                  </a:cubicBezTo>
                  <a:cubicBezTo>
                    <a:pt x="70399" y="19520"/>
                    <a:pt x="75527" y="21651"/>
                    <a:pt x="79389" y="25513"/>
                  </a:cubicBezTo>
                  <a:cubicBezTo>
                    <a:pt x="83250" y="29375"/>
                    <a:pt x="85382" y="34503"/>
                    <a:pt x="85382" y="39969"/>
                  </a:cubicBezTo>
                  <a:cubicBezTo>
                    <a:pt x="85382" y="45434"/>
                    <a:pt x="83250" y="50562"/>
                    <a:pt x="79389" y="54424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7574314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7532067" y="4847157"/>
              <a:ext cx="83440" cy="83440"/>
            </a:xfrm>
            <a:custGeom>
              <a:rect b="b" l="l" r="r" t="t"/>
              <a:pathLst>
                <a:path extrusionOk="0" h="83440" w="83440">
                  <a:moveTo>
                    <a:pt x="53474" y="29966"/>
                  </a:moveTo>
                  <a:cubicBezTo>
                    <a:pt x="44928" y="21419"/>
                    <a:pt x="41741" y="10952"/>
                    <a:pt x="41171" y="0"/>
                  </a:cubicBezTo>
                  <a:lnTo>
                    <a:pt x="0" y="41172"/>
                  </a:lnTo>
                  <a:cubicBezTo>
                    <a:pt x="10952" y="41741"/>
                    <a:pt x="21419" y="44928"/>
                    <a:pt x="29966" y="53474"/>
                  </a:cubicBezTo>
                  <a:cubicBezTo>
                    <a:pt x="38513" y="62021"/>
                    <a:pt x="41699" y="72488"/>
                    <a:pt x="42269" y="83440"/>
                  </a:cubicBezTo>
                  <a:lnTo>
                    <a:pt x="83440" y="42269"/>
                  </a:lnTo>
                  <a:cubicBezTo>
                    <a:pt x="72488" y="41699"/>
                    <a:pt x="62021" y="38513"/>
                    <a:pt x="53474" y="2996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18"/>
          <p:cNvSpPr/>
          <p:nvPr/>
        </p:nvSpPr>
        <p:spPr>
          <a:xfrm>
            <a:off x="406690" y="738363"/>
            <a:ext cx="543062" cy="495544"/>
          </a:xfrm>
          <a:custGeom>
            <a:rect b="b" l="l" r="r" t="t"/>
            <a:pathLst>
              <a:path extrusionOk="0" h="496003" w="543062">
                <a:moveTo>
                  <a:pt x="132848" y="495954"/>
                </a:moveTo>
                <a:cubicBezTo>
                  <a:pt x="84547" y="496982"/>
                  <a:pt x="49804" y="481936"/>
                  <a:pt x="28713" y="450816"/>
                </a:cubicBezTo>
                <a:cubicBezTo>
                  <a:pt x="7716" y="419697"/>
                  <a:pt x="-1793" y="381194"/>
                  <a:pt x="278" y="335309"/>
                </a:cubicBezTo>
                <a:cubicBezTo>
                  <a:pt x="1314" y="302694"/>
                  <a:pt x="7999" y="267929"/>
                  <a:pt x="20333" y="231202"/>
                </a:cubicBezTo>
                <a:cubicBezTo>
                  <a:pt x="32667" y="194475"/>
                  <a:pt x="50368" y="156720"/>
                  <a:pt x="73531" y="117937"/>
                </a:cubicBezTo>
                <a:cubicBezTo>
                  <a:pt x="96693" y="79155"/>
                  <a:pt x="125222" y="39904"/>
                  <a:pt x="159118" y="93"/>
                </a:cubicBezTo>
                <a:lnTo>
                  <a:pt x="216176" y="42895"/>
                </a:lnTo>
                <a:cubicBezTo>
                  <a:pt x="204877" y="57193"/>
                  <a:pt x="191507" y="77566"/>
                  <a:pt x="176066" y="104106"/>
                </a:cubicBezTo>
                <a:cubicBezTo>
                  <a:pt x="160624" y="130647"/>
                  <a:pt x="146783" y="159991"/>
                  <a:pt x="134449" y="192139"/>
                </a:cubicBezTo>
                <a:cubicBezTo>
                  <a:pt x="122115" y="224287"/>
                  <a:pt x="115900" y="255126"/>
                  <a:pt x="115900" y="284751"/>
                </a:cubicBezTo>
                <a:cubicBezTo>
                  <a:pt x="123056" y="282695"/>
                  <a:pt x="128988" y="281480"/>
                  <a:pt x="133602" y="280919"/>
                </a:cubicBezTo>
                <a:cubicBezTo>
                  <a:pt x="138215" y="280452"/>
                  <a:pt x="143111" y="280172"/>
                  <a:pt x="148290" y="280172"/>
                </a:cubicBezTo>
                <a:cubicBezTo>
                  <a:pt x="176066" y="280172"/>
                  <a:pt x="200169" y="288395"/>
                  <a:pt x="220789" y="304656"/>
                </a:cubicBezTo>
                <a:cubicBezTo>
                  <a:pt x="241315" y="321010"/>
                  <a:pt x="251107" y="346523"/>
                  <a:pt x="250072" y="381194"/>
                </a:cubicBezTo>
                <a:cubicBezTo>
                  <a:pt x="248000" y="411847"/>
                  <a:pt x="236231" y="438574"/>
                  <a:pt x="214575" y="461564"/>
                </a:cubicBezTo>
                <a:cubicBezTo>
                  <a:pt x="193014" y="484553"/>
                  <a:pt x="165709" y="495954"/>
                  <a:pt x="132848" y="495954"/>
                </a:cubicBezTo>
                <a:close/>
                <a:moveTo>
                  <a:pt x="425859" y="495954"/>
                </a:moveTo>
                <a:cubicBezTo>
                  <a:pt x="377558" y="496982"/>
                  <a:pt x="342814" y="481936"/>
                  <a:pt x="321724" y="450816"/>
                </a:cubicBezTo>
                <a:cubicBezTo>
                  <a:pt x="300633" y="419697"/>
                  <a:pt x="291123" y="381194"/>
                  <a:pt x="293195" y="335215"/>
                </a:cubicBezTo>
                <a:cubicBezTo>
                  <a:pt x="294230" y="302600"/>
                  <a:pt x="300915" y="267836"/>
                  <a:pt x="313250" y="231109"/>
                </a:cubicBezTo>
                <a:cubicBezTo>
                  <a:pt x="325584" y="194382"/>
                  <a:pt x="343285" y="156627"/>
                  <a:pt x="366447" y="117844"/>
                </a:cubicBezTo>
                <a:cubicBezTo>
                  <a:pt x="389610" y="79061"/>
                  <a:pt x="418139" y="39811"/>
                  <a:pt x="452034" y="0"/>
                </a:cubicBezTo>
                <a:lnTo>
                  <a:pt x="509093" y="42801"/>
                </a:lnTo>
                <a:cubicBezTo>
                  <a:pt x="497794" y="57100"/>
                  <a:pt x="484424" y="77472"/>
                  <a:pt x="468982" y="104013"/>
                </a:cubicBezTo>
                <a:cubicBezTo>
                  <a:pt x="453541" y="130554"/>
                  <a:pt x="439700" y="159898"/>
                  <a:pt x="427366" y="192046"/>
                </a:cubicBezTo>
                <a:cubicBezTo>
                  <a:pt x="415032" y="224193"/>
                  <a:pt x="408817" y="255033"/>
                  <a:pt x="408817" y="284657"/>
                </a:cubicBezTo>
                <a:cubicBezTo>
                  <a:pt x="415973" y="282601"/>
                  <a:pt x="421905" y="281386"/>
                  <a:pt x="426518" y="280826"/>
                </a:cubicBezTo>
                <a:cubicBezTo>
                  <a:pt x="431132" y="280359"/>
                  <a:pt x="436028" y="280078"/>
                  <a:pt x="441207" y="280078"/>
                </a:cubicBezTo>
                <a:cubicBezTo>
                  <a:pt x="468982" y="280078"/>
                  <a:pt x="493086" y="288302"/>
                  <a:pt x="513706" y="304563"/>
                </a:cubicBezTo>
                <a:cubicBezTo>
                  <a:pt x="534232" y="320917"/>
                  <a:pt x="544024" y="346430"/>
                  <a:pt x="542988" y="381101"/>
                </a:cubicBezTo>
                <a:cubicBezTo>
                  <a:pt x="540917" y="411753"/>
                  <a:pt x="529148" y="438481"/>
                  <a:pt x="507492" y="461470"/>
                </a:cubicBezTo>
                <a:cubicBezTo>
                  <a:pt x="485930" y="484460"/>
                  <a:pt x="458625" y="495861"/>
                  <a:pt x="425765" y="495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t/>
            </a:r>
            <a:endParaRPr b="0" i="0" sz="1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>
            <p:ph type="ctrTitle"/>
          </p:nvPr>
        </p:nvSpPr>
        <p:spPr>
          <a:xfrm>
            <a:off x="419100" y="1980371"/>
            <a:ext cx="7368540" cy="16604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97"/>
              <a:buFont typeface="Arial"/>
              <a:buNone/>
              <a:defRPr sz="299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" type="subTitle"/>
          </p:nvPr>
        </p:nvSpPr>
        <p:spPr>
          <a:xfrm>
            <a:off x="419100" y="3752551"/>
            <a:ext cx="7368540" cy="22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99"/>
              <a:buNone/>
              <a:defRPr sz="1599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998"/>
              <a:buNone/>
              <a:defRPr sz="1998"/>
            </a:lvl2pPr>
            <a:lvl3pPr lvl="2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798"/>
              <a:buNone/>
              <a:defRPr sz="1798"/>
            </a:lvl3pPr>
            <a:lvl4pPr lvl="3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599"/>
              <a:buNone/>
              <a:defRPr sz="1599"/>
            </a:lvl4pPr>
            <a:lvl5pPr lvl="4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599"/>
              <a:buNone/>
              <a:defRPr sz="1599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-You-WHITE">
  <p:cSld name="Thank-You-WHITE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9"/>
          <p:cNvGrpSpPr/>
          <p:nvPr/>
        </p:nvGrpSpPr>
        <p:grpSpPr>
          <a:xfrm>
            <a:off x="419100" y="465525"/>
            <a:ext cx="1736572" cy="271478"/>
            <a:chOff x="4421503" y="465956"/>
            <a:chExt cx="1736572" cy="271729"/>
          </a:xfrm>
        </p:grpSpPr>
        <p:grpSp>
          <p:nvGrpSpPr>
            <p:cNvPr id="138" name="Google Shape;138;p19"/>
            <p:cNvGrpSpPr/>
            <p:nvPr/>
          </p:nvGrpSpPr>
          <p:grpSpPr>
            <a:xfrm>
              <a:off x="4421503" y="467183"/>
              <a:ext cx="427027" cy="212830"/>
              <a:chOff x="4421503" y="467183"/>
              <a:chExt cx="427027" cy="212830"/>
            </a:xfrm>
          </p:grpSpPr>
          <p:sp>
            <p:nvSpPr>
              <p:cNvPr id="139" name="Google Shape;139;p19"/>
              <p:cNvSpPr/>
              <p:nvPr/>
            </p:nvSpPr>
            <p:spPr>
              <a:xfrm>
                <a:off x="4472757" y="541289"/>
                <a:ext cx="87470" cy="87470"/>
              </a:xfrm>
              <a:custGeom>
                <a:rect b="b" l="l" r="r" t="t"/>
                <a:pathLst>
                  <a:path extrusionOk="0" h="87470" w="87470">
                    <a:moveTo>
                      <a:pt x="50948" y="0"/>
                    </a:moveTo>
                    <a:cubicBezTo>
                      <a:pt x="48409" y="5999"/>
                      <a:pt x="44754" y="11635"/>
                      <a:pt x="39620" y="16769"/>
                    </a:cubicBezTo>
                    <a:cubicBezTo>
                      <a:pt x="28320" y="28069"/>
                      <a:pt x="14481" y="32282"/>
                      <a:pt x="0" y="33035"/>
                    </a:cubicBezTo>
                    <a:lnTo>
                      <a:pt x="54435" y="87470"/>
                    </a:lnTo>
                    <a:cubicBezTo>
                      <a:pt x="55189" y="72990"/>
                      <a:pt x="59402" y="59151"/>
                      <a:pt x="70702" y="47851"/>
                    </a:cubicBezTo>
                    <a:cubicBezTo>
                      <a:pt x="75836" y="42717"/>
                      <a:pt x="81472" y="39062"/>
                      <a:pt x="87470" y="36523"/>
                    </a:cubicBezTo>
                    <a:cubicBezTo>
                      <a:pt x="70590" y="30301"/>
                      <a:pt x="57170" y="16908"/>
                      <a:pt x="50948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4421503" y="574296"/>
                <a:ext cx="105717" cy="105717"/>
              </a:xfrm>
              <a:custGeom>
                <a:rect b="b" l="l" r="r" t="t"/>
                <a:pathLst>
                  <a:path extrusionOk="0" h="105717" w="105717">
                    <a:moveTo>
                      <a:pt x="90233" y="90233"/>
                    </a:moveTo>
                    <a:cubicBezTo>
                      <a:pt x="110880" y="69586"/>
                      <a:pt x="110880" y="36132"/>
                      <a:pt x="90233" y="15485"/>
                    </a:cubicBezTo>
                    <a:cubicBezTo>
                      <a:pt x="69586" y="-5162"/>
                      <a:pt x="36132" y="-5162"/>
                      <a:pt x="15485" y="15485"/>
                    </a:cubicBezTo>
                    <a:cubicBezTo>
                      <a:pt x="-5162" y="36132"/>
                      <a:pt x="-5162" y="69586"/>
                      <a:pt x="15485" y="90233"/>
                    </a:cubicBezTo>
                    <a:cubicBezTo>
                      <a:pt x="36132" y="110880"/>
                      <a:pt x="69586" y="110880"/>
                      <a:pt x="90233" y="90233"/>
                    </a:cubicBezTo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9"/>
              <p:cNvSpPr/>
              <p:nvPr/>
            </p:nvSpPr>
            <p:spPr>
              <a:xfrm>
                <a:off x="4528587" y="467183"/>
                <a:ext cx="105717" cy="105717"/>
              </a:xfrm>
              <a:custGeom>
                <a:rect b="b" l="l" r="r" t="t"/>
                <a:pathLst>
                  <a:path extrusionOk="0" h="105717" w="105717">
                    <a:moveTo>
                      <a:pt x="90233" y="15485"/>
                    </a:moveTo>
                    <a:cubicBezTo>
                      <a:pt x="110880" y="36132"/>
                      <a:pt x="110880" y="69586"/>
                      <a:pt x="90233" y="90233"/>
                    </a:cubicBezTo>
                    <a:cubicBezTo>
                      <a:pt x="69586" y="110880"/>
                      <a:pt x="36132" y="110880"/>
                      <a:pt x="15485" y="90233"/>
                    </a:cubicBezTo>
                    <a:cubicBezTo>
                      <a:pt x="-5162" y="69586"/>
                      <a:pt x="-5162" y="36132"/>
                      <a:pt x="15485" y="15485"/>
                    </a:cubicBezTo>
                    <a:cubicBezTo>
                      <a:pt x="36132" y="-5162"/>
                      <a:pt x="69586" y="-5162"/>
                      <a:pt x="90233" y="15485"/>
                    </a:cubicBezTo>
                  </a:path>
                </a:pathLst>
              </a:custGeom>
              <a:solidFill>
                <a:srgbClr val="54565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>
                <a:off x="4709806" y="467183"/>
                <a:ext cx="138724" cy="138724"/>
              </a:xfrm>
              <a:custGeom>
                <a:rect b="b" l="l" r="r" t="t"/>
                <a:pathLst>
                  <a:path extrusionOk="0" h="138724" w="138724">
                    <a:moveTo>
                      <a:pt x="123240" y="15485"/>
                    </a:moveTo>
                    <a:cubicBezTo>
                      <a:pt x="102593" y="-5162"/>
                      <a:pt x="69139" y="-5162"/>
                      <a:pt x="48492" y="15485"/>
                    </a:cubicBezTo>
                    <a:cubicBezTo>
                      <a:pt x="38587" y="25390"/>
                      <a:pt x="33426" y="38280"/>
                      <a:pt x="33063" y="51255"/>
                    </a:cubicBezTo>
                    <a:lnTo>
                      <a:pt x="33063" y="51255"/>
                    </a:lnTo>
                    <a:cubicBezTo>
                      <a:pt x="32310" y="65735"/>
                      <a:pt x="28097" y="79574"/>
                      <a:pt x="16797" y="90874"/>
                    </a:cubicBezTo>
                    <a:cubicBezTo>
                      <a:pt x="11663" y="96008"/>
                      <a:pt x="5999" y="99663"/>
                      <a:pt x="0" y="102202"/>
                    </a:cubicBezTo>
                    <a:cubicBezTo>
                      <a:pt x="16908" y="108424"/>
                      <a:pt x="30329" y="121845"/>
                      <a:pt x="36523" y="138725"/>
                    </a:cubicBezTo>
                    <a:cubicBezTo>
                      <a:pt x="39062" y="132726"/>
                      <a:pt x="42745" y="127062"/>
                      <a:pt x="47851" y="121928"/>
                    </a:cubicBezTo>
                    <a:cubicBezTo>
                      <a:pt x="59151" y="110628"/>
                      <a:pt x="72990" y="106415"/>
                      <a:pt x="87470" y="105662"/>
                    </a:cubicBezTo>
                    <a:lnTo>
                      <a:pt x="87470" y="105662"/>
                    </a:lnTo>
                    <a:cubicBezTo>
                      <a:pt x="100472" y="105271"/>
                      <a:pt x="113335" y="100110"/>
                      <a:pt x="123240" y="90205"/>
                    </a:cubicBezTo>
                    <a:cubicBezTo>
                      <a:pt x="143887" y="69558"/>
                      <a:pt x="143887" y="36104"/>
                      <a:pt x="123240" y="15457"/>
                    </a:cubicBezTo>
                    <a:close/>
                    <a:moveTo>
                      <a:pt x="104964" y="71957"/>
                    </a:moveTo>
                    <a:cubicBezTo>
                      <a:pt x="99859" y="77063"/>
                      <a:pt x="93079" y="79881"/>
                      <a:pt x="85852" y="79881"/>
                    </a:cubicBezTo>
                    <a:cubicBezTo>
                      <a:pt x="78626" y="79881"/>
                      <a:pt x="71846" y="77063"/>
                      <a:pt x="66740" y="71957"/>
                    </a:cubicBezTo>
                    <a:cubicBezTo>
                      <a:pt x="56193" y="61411"/>
                      <a:pt x="56193" y="44279"/>
                      <a:pt x="66740" y="33733"/>
                    </a:cubicBezTo>
                    <a:cubicBezTo>
                      <a:pt x="71846" y="28627"/>
                      <a:pt x="78626" y="25809"/>
                      <a:pt x="85852" y="25809"/>
                    </a:cubicBezTo>
                    <a:cubicBezTo>
                      <a:pt x="93079" y="25809"/>
                      <a:pt x="99859" y="28627"/>
                      <a:pt x="104964" y="33733"/>
                    </a:cubicBezTo>
                    <a:cubicBezTo>
                      <a:pt x="110070" y="38839"/>
                      <a:pt x="112888" y="45619"/>
                      <a:pt x="112888" y="52845"/>
                    </a:cubicBezTo>
                    <a:cubicBezTo>
                      <a:pt x="112888" y="60071"/>
                      <a:pt x="110070" y="66851"/>
                      <a:pt x="104964" y="71957"/>
                    </a:cubicBezTo>
                    <a:close/>
                  </a:path>
                </a:pathLst>
              </a:custGeom>
              <a:solidFill>
                <a:srgbClr val="00A6C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9"/>
              <p:cNvSpPr/>
              <p:nvPr/>
            </p:nvSpPr>
            <p:spPr>
              <a:xfrm>
                <a:off x="4635700" y="574296"/>
                <a:ext cx="105717" cy="105717"/>
              </a:xfrm>
              <a:custGeom>
                <a:rect b="b" l="l" r="r" t="t"/>
                <a:pathLst>
                  <a:path extrusionOk="0" h="105717" w="105717">
                    <a:moveTo>
                      <a:pt x="90233" y="15485"/>
                    </a:moveTo>
                    <a:cubicBezTo>
                      <a:pt x="110880" y="36132"/>
                      <a:pt x="110880" y="69586"/>
                      <a:pt x="90233" y="90233"/>
                    </a:cubicBezTo>
                    <a:cubicBezTo>
                      <a:pt x="69586" y="110880"/>
                      <a:pt x="36132" y="110880"/>
                      <a:pt x="15485" y="90233"/>
                    </a:cubicBezTo>
                    <a:cubicBezTo>
                      <a:pt x="-5162" y="69586"/>
                      <a:pt x="-5162" y="36132"/>
                      <a:pt x="15485" y="15485"/>
                    </a:cubicBezTo>
                    <a:cubicBezTo>
                      <a:pt x="36132" y="-5162"/>
                      <a:pt x="69586" y="-5162"/>
                      <a:pt x="90233" y="15485"/>
                    </a:cubicBezTo>
                  </a:path>
                </a:pathLst>
              </a:custGeom>
              <a:solidFill>
                <a:srgbClr val="54565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9"/>
              <p:cNvSpPr/>
              <p:nvPr/>
            </p:nvSpPr>
            <p:spPr>
              <a:xfrm>
                <a:off x="4579842" y="518438"/>
                <a:ext cx="110321" cy="110321"/>
              </a:xfrm>
              <a:custGeom>
                <a:rect b="b" l="l" r="r" t="t"/>
                <a:pathLst>
                  <a:path extrusionOk="0" h="110321" w="110321">
                    <a:moveTo>
                      <a:pt x="70702" y="39620"/>
                    </a:moveTo>
                    <a:cubicBezTo>
                      <a:pt x="59402" y="28320"/>
                      <a:pt x="55189" y="14481"/>
                      <a:pt x="54435" y="0"/>
                    </a:cubicBezTo>
                    <a:lnTo>
                      <a:pt x="0" y="54435"/>
                    </a:lnTo>
                    <a:cubicBezTo>
                      <a:pt x="14481" y="55189"/>
                      <a:pt x="28320" y="59402"/>
                      <a:pt x="39620" y="70702"/>
                    </a:cubicBezTo>
                    <a:cubicBezTo>
                      <a:pt x="50920" y="82002"/>
                      <a:pt x="55133" y="95841"/>
                      <a:pt x="55886" y="110321"/>
                    </a:cubicBezTo>
                    <a:lnTo>
                      <a:pt x="110322" y="55886"/>
                    </a:lnTo>
                    <a:cubicBezTo>
                      <a:pt x="95841" y="55133"/>
                      <a:pt x="82002" y="50920"/>
                      <a:pt x="70702" y="39620"/>
                    </a:cubicBezTo>
                  </a:path>
                </a:pathLst>
              </a:custGeom>
              <a:solidFill>
                <a:srgbClr val="54565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" name="Google Shape;145;p19"/>
            <p:cNvSpPr/>
            <p:nvPr/>
          </p:nvSpPr>
          <p:spPr>
            <a:xfrm>
              <a:off x="5263897" y="465956"/>
              <a:ext cx="72347" cy="214755"/>
            </a:xfrm>
            <a:custGeom>
              <a:rect b="b" l="l" r="r" t="t"/>
              <a:pathLst>
                <a:path extrusionOk="0" h="214755" w="72347">
                  <a:moveTo>
                    <a:pt x="43582" y="214756"/>
                  </a:moveTo>
                  <a:cubicBezTo>
                    <a:pt x="16713" y="214756"/>
                    <a:pt x="0" y="198378"/>
                    <a:pt x="0" y="172011"/>
                  </a:cubicBezTo>
                  <a:lnTo>
                    <a:pt x="0" y="11300"/>
                  </a:lnTo>
                  <a:cubicBezTo>
                    <a:pt x="0" y="4966"/>
                    <a:pt x="4855" y="0"/>
                    <a:pt x="11021" y="0"/>
                  </a:cubicBezTo>
                  <a:cubicBezTo>
                    <a:pt x="17187" y="0"/>
                    <a:pt x="22321" y="4966"/>
                    <a:pt x="22321" y="11300"/>
                  </a:cubicBezTo>
                  <a:lnTo>
                    <a:pt x="22321" y="65875"/>
                  </a:lnTo>
                  <a:lnTo>
                    <a:pt x="61606" y="65875"/>
                  </a:lnTo>
                  <a:cubicBezTo>
                    <a:pt x="67326" y="65875"/>
                    <a:pt x="72348" y="70897"/>
                    <a:pt x="72348" y="76617"/>
                  </a:cubicBezTo>
                  <a:cubicBezTo>
                    <a:pt x="72348" y="82337"/>
                    <a:pt x="67437" y="87108"/>
                    <a:pt x="61606" y="87108"/>
                  </a:cubicBezTo>
                  <a:lnTo>
                    <a:pt x="22321" y="87108"/>
                  </a:lnTo>
                  <a:lnTo>
                    <a:pt x="22321" y="170644"/>
                  </a:lnTo>
                  <a:cubicBezTo>
                    <a:pt x="22321" y="186073"/>
                    <a:pt x="29771" y="193244"/>
                    <a:pt x="45758" y="193244"/>
                  </a:cubicBezTo>
                  <a:cubicBezTo>
                    <a:pt x="51673" y="193244"/>
                    <a:pt x="55300" y="192100"/>
                    <a:pt x="57728" y="191347"/>
                  </a:cubicBezTo>
                  <a:cubicBezTo>
                    <a:pt x="59206" y="190872"/>
                    <a:pt x="60350" y="190510"/>
                    <a:pt x="61634" y="190510"/>
                  </a:cubicBezTo>
                  <a:cubicBezTo>
                    <a:pt x="67214" y="190510"/>
                    <a:pt x="72125" y="195420"/>
                    <a:pt x="72125" y="201001"/>
                  </a:cubicBezTo>
                  <a:cubicBezTo>
                    <a:pt x="72125" y="205465"/>
                    <a:pt x="69502" y="209064"/>
                    <a:pt x="64954" y="210878"/>
                  </a:cubicBezTo>
                  <a:cubicBezTo>
                    <a:pt x="59709" y="212719"/>
                    <a:pt x="52733" y="214756"/>
                    <a:pt x="43610" y="214756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5364843" y="526780"/>
              <a:ext cx="113641" cy="153931"/>
            </a:xfrm>
            <a:custGeom>
              <a:rect b="b" l="l" r="r" t="t"/>
              <a:pathLst>
                <a:path extrusionOk="0" h="153931" w="113641">
                  <a:moveTo>
                    <a:pt x="61048" y="153931"/>
                  </a:moveTo>
                  <a:cubicBezTo>
                    <a:pt x="41880" y="153931"/>
                    <a:pt x="19559" y="146509"/>
                    <a:pt x="4241" y="134986"/>
                  </a:cubicBezTo>
                  <a:cubicBezTo>
                    <a:pt x="2204" y="133452"/>
                    <a:pt x="0" y="130048"/>
                    <a:pt x="0" y="126225"/>
                  </a:cubicBezTo>
                  <a:cubicBezTo>
                    <a:pt x="0" y="120254"/>
                    <a:pt x="5050" y="115204"/>
                    <a:pt x="11021" y="115204"/>
                  </a:cubicBezTo>
                  <a:cubicBezTo>
                    <a:pt x="13588" y="115204"/>
                    <a:pt x="16183" y="116041"/>
                    <a:pt x="18080" y="117464"/>
                  </a:cubicBezTo>
                  <a:cubicBezTo>
                    <a:pt x="32086" y="127509"/>
                    <a:pt x="46456" y="132419"/>
                    <a:pt x="61885" y="132419"/>
                  </a:cubicBezTo>
                  <a:cubicBezTo>
                    <a:pt x="79072" y="132419"/>
                    <a:pt x="91042" y="123351"/>
                    <a:pt x="91042" y="110349"/>
                  </a:cubicBezTo>
                  <a:lnTo>
                    <a:pt x="91042" y="109791"/>
                  </a:lnTo>
                  <a:cubicBezTo>
                    <a:pt x="91042" y="97933"/>
                    <a:pt x="79212" y="92353"/>
                    <a:pt x="57393" y="86187"/>
                  </a:cubicBezTo>
                  <a:lnTo>
                    <a:pt x="56835" y="86020"/>
                  </a:lnTo>
                  <a:lnTo>
                    <a:pt x="56193" y="85824"/>
                  </a:lnTo>
                  <a:cubicBezTo>
                    <a:pt x="33956" y="79407"/>
                    <a:pt x="6278" y="71399"/>
                    <a:pt x="6278" y="43582"/>
                  </a:cubicBezTo>
                  <a:lnTo>
                    <a:pt x="6278" y="43024"/>
                  </a:lnTo>
                  <a:cubicBezTo>
                    <a:pt x="6278" y="18108"/>
                    <a:pt x="27483" y="0"/>
                    <a:pt x="56667" y="0"/>
                  </a:cubicBezTo>
                  <a:cubicBezTo>
                    <a:pt x="72097" y="0"/>
                    <a:pt x="89368" y="4799"/>
                    <a:pt x="104016" y="13169"/>
                  </a:cubicBezTo>
                  <a:lnTo>
                    <a:pt x="104267" y="13337"/>
                  </a:lnTo>
                  <a:cubicBezTo>
                    <a:pt x="107838" y="15708"/>
                    <a:pt x="109819" y="19168"/>
                    <a:pt x="109819" y="23074"/>
                  </a:cubicBezTo>
                  <a:cubicBezTo>
                    <a:pt x="109819" y="29045"/>
                    <a:pt x="104769" y="34095"/>
                    <a:pt x="98798" y="34095"/>
                  </a:cubicBezTo>
                  <a:cubicBezTo>
                    <a:pt x="96594" y="34095"/>
                    <a:pt x="94362" y="33454"/>
                    <a:pt x="92604" y="32338"/>
                  </a:cubicBezTo>
                  <a:cubicBezTo>
                    <a:pt x="80607" y="25251"/>
                    <a:pt x="67995" y="21512"/>
                    <a:pt x="56137" y="21512"/>
                  </a:cubicBezTo>
                  <a:cubicBezTo>
                    <a:pt x="40094" y="21512"/>
                    <a:pt x="28878" y="29687"/>
                    <a:pt x="28878" y="41378"/>
                  </a:cubicBezTo>
                  <a:lnTo>
                    <a:pt x="28878" y="41936"/>
                  </a:lnTo>
                  <a:cubicBezTo>
                    <a:pt x="28878" y="53570"/>
                    <a:pt x="43637" y="58732"/>
                    <a:pt x="64452" y="64703"/>
                  </a:cubicBezTo>
                  <a:cubicBezTo>
                    <a:pt x="82867" y="69865"/>
                    <a:pt x="113642" y="78514"/>
                    <a:pt x="113642" y="108089"/>
                  </a:cubicBezTo>
                  <a:lnTo>
                    <a:pt x="113642" y="108647"/>
                  </a:lnTo>
                  <a:cubicBezTo>
                    <a:pt x="113642" y="134847"/>
                    <a:pt x="91516" y="153847"/>
                    <a:pt x="61048" y="153847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5515845" y="465956"/>
              <a:ext cx="22320" cy="213109"/>
            </a:xfrm>
            <a:custGeom>
              <a:rect b="b" l="l" r="r" t="t"/>
              <a:pathLst>
                <a:path extrusionOk="0" h="213109" w="22320">
                  <a:moveTo>
                    <a:pt x="11300" y="213110"/>
                  </a:moveTo>
                  <a:cubicBezTo>
                    <a:pt x="4855" y="213110"/>
                    <a:pt x="0" y="208255"/>
                    <a:pt x="0" y="201810"/>
                  </a:cubicBezTo>
                  <a:lnTo>
                    <a:pt x="0" y="11300"/>
                  </a:lnTo>
                  <a:cubicBezTo>
                    <a:pt x="0" y="4966"/>
                    <a:pt x="4855" y="0"/>
                    <a:pt x="11021" y="0"/>
                  </a:cubicBezTo>
                  <a:cubicBezTo>
                    <a:pt x="17187" y="0"/>
                    <a:pt x="22321" y="4966"/>
                    <a:pt x="22321" y="11300"/>
                  </a:cubicBezTo>
                  <a:lnTo>
                    <a:pt x="22321" y="201810"/>
                  </a:lnTo>
                  <a:cubicBezTo>
                    <a:pt x="22321" y="208366"/>
                    <a:pt x="17689" y="213110"/>
                    <a:pt x="11300" y="213110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5661964" y="526306"/>
              <a:ext cx="152229" cy="154963"/>
            </a:xfrm>
            <a:custGeom>
              <a:rect b="b" l="l" r="r" t="t"/>
              <a:pathLst>
                <a:path extrusionOk="0" h="154963" w="152229">
                  <a:moveTo>
                    <a:pt x="75836" y="154963"/>
                  </a:moveTo>
                  <a:cubicBezTo>
                    <a:pt x="33314" y="154963"/>
                    <a:pt x="0" y="121175"/>
                    <a:pt x="0" y="78040"/>
                  </a:cubicBezTo>
                  <a:lnTo>
                    <a:pt x="0" y="77482"/>
                  </a:lnTo>
                  <a:cubicBezTo>
                    <a:pt x="0" y="34040"/>
                    <a:pt x="33537" y="0"/>
                    <a:pt x="76394" y="0"/>
                  </a:cubicBezTo>
                  <a:cubicBezTo>
                    <a:pt x="119250" y="0"/>
                    <a:pt x="152229" y="33788"/>
                    <a:pt x="152229" y="76924"/>
                  </a:cubicBezTo>
                  <a:lnTo>
                    <a:pt x="152229" y="77482"/>
                  </a:lnTo>
                  <a:cubicBezTo>
                    <a:pt x="152229" y="120924"/>
                    <a:pt x="118692" y="154963"/>
                    <a:pt x="75836" y="154963"/>
                  </a:cubicBezTo>
                  <a:close/>
                  <a:moveTo>
                    <a:pt x="75836" y="21512"/>
                  </a:moveTo>
                  <a:cubicBezTo>
                    <a:pt x="45953" y="21512"/>
                    <a:pt x="23409" y="45340"/>
                    <a:pt x="23409" y="76924"/>
                  </a:cubicBezTo>
                  <a:lnTo>
                    <a:pt x="23409" y="77482"/>
                  </a:lnTo>
                  <a:cubicBezTo>
                    <a:pt x="23409" y="108871"/>
                    <a:pt x="46679" y="133452"/>
                    <a:pt x="76366" y="133452"/>
                  </a:cubicBezTo>
                  <a:cubicBezTo>
                    <a:pt x="106053" y="133452"/>
                    <a:pt x="128792" y="109624"/>
                    <a:pt x="128792" y="78040"/>
                  </a:cubicBezTo>
                  <a:lnTo>
                    <a:pt x="128792" y="77482"/>
                  </a:lnTo>
                  <a:cubicBezTo>
                    <a:pt x="128792" y="46093"/>
                    <a:pt x="105523" y="21512"/>
                    <a:pt x="75836" y="21512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085747" y="526306"/>
              <a:ext cx="139087" cy="154963"/>
            </a:xfrm>
            <a:custGeom>
              <a:rect b="b" l="l" r="r" t="t"/>
              <a:pathLst>
                <a:path extrusionOk="0" h="154963" w="139087">
                  <a:moveTo>
                    <a:pt x="72822" y="154963"/>
                  </a:moveTo>
                  <a:cubicBezTo>
                    <a:pt x="31305" y="154963"/>
                    <a:pt x="0" y="121761"/>
                    <a:pt x="0" y="77761"/>
                  </a:cubicBezTo>
                  <a:lnTo>
                    <a:pt x="0" y="77203"/>
                  </a:lnTo>
                  <a:cubicBezTo>
                    <a:pt x="0" y="33900"/>
                    <a:pt x="31026" y="0"/>
                    <a:pt x="70646" y="0"/>
                  </a:cubicBezTo>
                  <a:cubicBezTo>
                    <a:pt x="110266" y="0"/>
                    <a:pt x="139088" y="32226"/>
                    <a:pt x="139088" y="76645"/>
                  </a:cubicBezTo>
                  <a:cubicBezTo>
                    <a:pt x="139088" y="82281"/>
                    <a:pt x="133842" y="87387"/>
                    <a:pt x="128067" y="87387"/>
                  </a:cubicBezTo>
                  <a:lnTo>
                    <a:pt x="51840" y="87387"/>
                  </a:lnTo>
                  <a:cubicBezTo>
                    <a:pt x="45646" y="87387"/>
                    <a:pt x="41182" y="83006"/>
                    <a:pt x="41182" y="76952"/>
                  </a:cubicBezTo>
                  <a:cubicBezTo>
                    <a:pt x="41182" y="70897"/>
                    <a:pt x="45758" y="66265"/>
                    <a:pt x="51840" y="66265"/>
                  </a:cubicBezTo>
                  <a:lnTo>
                    <a:pt x="115176" y="66265"/>
                  </a:lnTo>
                  <a:cubicBezTo>
                    <a:pt x="112219" y="44475"/>
                    <a:pt x="99049" y="21177"/>
                    <a:pt x="70088" y="21177"/>
                  </a:cubicBezTo>
                  <a:cubicBezTo>
                    <a:pt x="46456" y="21177"/>
                    <a:pt x="27455" y="40150"/>
                    <a:pt x="23604" y="66879"/>
                  </a:cubicBezTo>
                  <a:lnTo>
                    <a:pt x="23130" y="71343"/>
                  </a:lnTo>
                  <a:cubicBezTo>
                    <a:pt x="22600" y="76087"/>
                    <a:pt x="22656" y="80411"/>
                    <a:pt x="23270" y="84206"/>
                  </a:cubicBezTo>
                  <a:lnTo>
                    <a:pt x="23270" y="84485"/>
                  </a:lnTo>
                  <a:cubicBezTo>
                    <a:pt x="26116" y="113279"/>
                    <a:pt x="46707" y="133396"/>
                    <a:pt x="73352" y="133396"/>
                  </a:cubicBezTo>
                  <a:cubicBezTo>
                    <a:pt x="89507" y="133396"/>
                    <a:pt x="102844" y="127704"/>
                    <a:pt x="115344" y="115511"/>
                  </a:cubicBezTo>
                  <a:cubicBezTo>
                    <a:pt x="117436" y="113419"/>
                    <a:pt x="119975" y="112330"/>
                    <a:pt x="122849" y="112330"/>
                  </a:cubicBezTo>
                  <a:cubicBezTo>
                    <a:pt x="128932" y="112330"/>
                    <a:pt x="133870" y="117157"/>
                    <a:pt x="133870" y="123072"/>
                  </a:cubicBezTo>
                  <a:cubicBezTo>
                    <a:pt x="133870" y="125053"/>
                    <a:pt x="133256" y="127983"/>
                    <a:pt x="130382" y="130885"/>
                  </a:cubicBezTo>
                  <a:cubicBezTo>
                    <a:pt x="113558" y="147709"/>
                    <a:pt x="96343" y="154880"/>
                    <a:pt x="72822" y="154880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5842931" y="526334"/>
              <a:ext cx="147960" cy="211351"/>
            </a:xfrm>
            <a:custGeom>
              <a:rect b="b" l="l" r="r" t="t"/>
              <a:pathLst>
                <a:path extrusionOk="0" h="211351" w="147960">
                  <a:moveTo>
                    <a:pt x="11300" y="211324"/>
                  </a:moveTo>
                  <a:cubicBezTo>
                    <a:pt x="4855" y="211324"/>
                    <a:pt x="0" y="206469"/>
                    <a:pt x="0" y="200024"/>
                  </a:cubicBezTo>
                  <a:lnTo>
                    <a:pt x="0" y="70479"/>
                  </a:lnTo>
                  <a:cubicBezTo>
                    <a:pt x="0" y="27650"/>
                    <a:pt x="32979" y="0"/>
                    <a:pt x="72125" y="0"/>
                  </a:cubicBezTo>
                  <a:cubicBezTo>
                    <a:pt x="114646" y="0"/>
                    <a:pt x="147960" y="33788"/>
                    <a:pt x="147960" y="76924"/>
                  </a:cubicBezTo>
                  <a:lnTo>
                    <a:pt x="147960" y="77482"/>
                  </a:lnTo>
                  <a:cubicBezTo>
                    <a:pt x="147960" y="120924"/>
                    <a:pt x="114423" y="154963"/>
                    <a:pt x="71567" y="154963"/>
                  </a:cubicBezTo>
                  <a:cubicBezTo>
                    <a:pt x="52231" y="154963"/>
                    <a:pt x="35128" y="148044"/>
                    <a:pt x="22321" y="135237"/>
                  </a:cubicBezTo>
                  <a:lnTo>
                    <a:pt x="22321" y="200052"/>
                  </a:lnTo>
                  <a:cubicBezTo>
                    <a:pt x="22321" y="206609"/>
                    <a:pt x="17689" y="211352"/>
                    <a:pt x="11300" y="211352"/>
                  </a:cubicBezTo>
                  <a:close/>
                  <a:moveTo>
                    <a:pt x="22321" y="83983"/>
                  </a:moveTo>
                  <a:cubicBezTo>
                    <a:pt x="24972" y="112191"/>
                    <a:pt x="43861" y="132029"/>
                    <a:pt x="69362" y="133340"/>
                  </a:cubicBezTo>
                  <a:cubicBezTo>
                    <a:pt x="70283" y="133396"/>
                    <a:pt x="71204" y="133424"/>
                    <a:pt x="72125" y="133424"/>
                  </a:cubicBezTo>
                  <a:cubicBezTo>
                    <a:pt x="81360" y="133424"/>
                    <a:pt x="89870" y="131192"/>
                    <a:pt x="97375" y="126755"/>
                  </a:cubicBezTo>
                  <a:cubicBezTo>
                    <a:pt x="98101" y="126337"/>
                    <a:pt x="98798" y="125890"/>
                    <a:pt x="99496" y="125444"/>
                  </a:cubicBezTo>
                  <a:cubicBezTo>
                    <a:pt x="105746" y="121315"/>
                    <a:pt x="110907" y="115818"/>
                    <a:pt x="114897" y="109094"/>
                  </a:cubicBezTo>
                  <a:cubicBezTo>
                    <a:pt x="115344" y="108368"/>
                    <a:pt x="115762" y="107615"/>
                    <a:pt x="116153" y="106834"/>
                  </a:cubicBezTo>
                  <a:cubicBezTo>
                    <a:pt x="116962" y="105327"/>
                    <a:pt x="117715" y="103737"/>
                    <a:pt x="118385" y="102119"/>
                  </a:cubicBezTo>
                  <a:cubicBezTo>
                    <a:pt x="121510" y="94641"/>
                    <a:pt x="123100" y="86522"/>
                    <a:pt x="123100" y="77984"/>
                  </a:cubicBezTo>
                  <a:lnTo>
                    <a:pt x="123100" y="77426"/>
                  </a:lnTo>
                  <a:cubicBezTo>
                    <a:pt x="123100" y="70674"/>
                    <a:pt x="122068" y="64117"/>
                    <a:pt x="120059" y="57923"/>
                  </a:cubicBezTo>
                  <a:cubicBezTo>
                    <a:pt x="119501" y="56221"/>
                    <a:pt x="118859" y="54519"/>
                    <a:pt x="118162" y="52873"/>
                  </a:cubicBezTo>
                  <a:cubicBezTo>
                    <a:pt x="117464" y="51255"/>
                    <a:pt x="116683" y="49664"/>
                    <a:pt x="115846" y="48102"/>
                  </a:cubicBezTo>
                  <a:cubicBezTo>
                    <a:pt x="111214" y="39648"/>
                    <a:pt x="104574" y="32728"/>
                    <a:pt x="96594" y="28097"/>
                  </a:cubicBezTo>
                  <a:cubicBezTo>
                    <a:pt x="95869" y="27678"/>
                    <a:pt x="95115" y="27260"/>
                    <a:pt x="94362" y="26869"/>
                  </a:cubicBezTo>
                  <a:cubicBezTo>
                    <a:pt x="92883" y="26116"/>
                    <a:pt x="91321" y="25390"/>
                    <a:pt x="89702" y="24776"/>
                  </a:cubicBezTo>
                  <a:cubicBezTo>
                    <a:pt x="86494" y="23521"/>
                    <a:pt x="83118" y="22628"/>
                    <a:pt x="79658" y="22070"/>
                  </a:cubicBezTo>
                  <a:cubicBezTo>
                    <a:pt x="77900" y="21791"/>
                    <a:pt x="76087" y="21596"/>
                    <a:pt x="74273" y="21512"/>
                  </a:cubicBezTo>
                  <a:cubicBezTo>
                    <a:pt x="73352" y="21456"/>
                    <a:pt x="72432" y="21428"/>
                    <a:pt x="71511" y="21428"/>
                  </a:cubicBezTo>
                  <a:cubicBezTo>
                    <a:pt x="44558" y="21428"/>
                    <a:pt x="24804" y="41350"/>
                    <a:pt x="22237" y="70423"/>
                  </a:cubicBezTo>
                  <a:lnTo>
                    <a:pt x="22265" y="70423"/>
                  </a:lnTo>
                  <a:lnTo>
                    <a:pt x="22265" y="83927"/>
                  </a:ln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9"/>
            <p:cNvSpPr/>
            <p:nvPr/>
          </p:nvSpPr>
          <p:spPr>
            <a:xfrm>
              <a:off x="5555618" y="528098"/>
              <a:ext cx="91725" cy="151162"/>
            </a:xfrm>
            <a:custGeom>
              <a:rect b="b" l="l" r="r" t="t"/>
              <a:pathLst>
                <a:path extrusionOk="0" h="151162" w="91725">
                  <a:moveTo>
                    <a:pt x="80509" y="151162"/>
                  </a:moveTo>
                  <a:cubicBezTo>
                    <a:pt x="77495" y="151162"/>
                    <a:pt x="74650" y="149990"/>
                    <a:pt x="72529" y="147814"/>
                  </a:cubicBezTo>
                  <a:lnTo>
                    <a:pt x="3250" y="77642"/>
                  </a:lnTo>
                  <a:cubicBezTo>
                    <a:pt x="-823" y="73513"/>
                    <a:pt x="-1102" y="67040"/>
                    <a:pt x="2609" y="62576"/>
                  </a:cubicBezTo>
                  <a:lnTo>
                    <a:pt x="2999" y="62157"/>
                  </a:lnTo>
                  <a:lnTo>
                    <a:pt x="66084" y="3788"/>
                  </a:lnTo>
                  <a:cubicBezTo>
                    <a:pt x="67981" y="1639"/>
                    <a:pt x="70604" y="300"/>
                    <a:pt x="73478" y="49"/>
                  </a:cubicBezTo>
                  <a:cubicBezTo>
                    <a:pt x="76463" y="-230"/>
                    <a:pt x="79365" y="691"/>
                    <a:pt x="81681" y="2588"/>
                  </a:cubicBezTo>
                  <a:cubicBezTo>
                    <a:pt x="86424" y="6550"/>
                    <a:pt x="87066" y="13637"/>
                    <a:pt x="83131" y="18380"/>
                  </a:cubicBezTo>
                  <a:lnTo>
                    <a:pt x="82713" y="18827"/>
                  </a:lnTo>
                  <a:lnTo>
                    <a:pt x="26799" y="69523"/>
                  </a:lnTo>
                  <a:lnTo>
                    <a:pt x="88489" y="132022"/>
                  </a:lnTo>
                  <a:cubicBezTo>
                    <a:pt x="90581" y="134142"/>
                    <a:pt x="91753" y="136988"/>
                    <a:pt x="91725" y="139974"/>
                  </a:cubicBezTo>
                  <a:cubicBezTo>
                    <a:pt x="91725" y="142959"/>
                    <a:pt x="90525" y="145777"/>
                    <a:pt x="88377" y="147898"/>
                  </a:cubicBezTo>
                  <a:cubicBezTo>
                    <a:pt x="86284" y="149990"/>
                    <a:pt x="83466" y="151134"/>
                    <a:pt x="80509" y="151134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9"/>
            <p:cNvSpPr/>
            <p:nvPr/>
          </p:nvSpPr>
          <p:spPr>
            <a:xfrm>
              <a:off x="4927408" y="526836"/>
              <a:ext cx="125639" cy="154433"/>
            </a:xfrm>
            <a:custGeom>
              <a:rect b="b" l="l" r="r" t="t"/>
              <a:pathLst>
                <a:path extrusionOk="0" h="154433" w="125639">
                  <a:moveTo>
                    <a:pt x="114562" y="154433"/>
                  </a:moveTo>
                  <a:cubicBezTo>
                    <a:pt x="108089" y="154433"/>
                    <a:pt x="103179" y="149551"/>
                    <a:pt x="103179" y="143050"/>
                  </a:cubicBezTo>
                  <a:lnTo>
                    <a:pt x="103179" y="65066"/>
                  </a:lnTo>
                  <a:cubicBezTo>
                    <a:pt x="103179" y="37722"/>
                    <a:pt x="88112" y="21400"/>
                    <a:pt x="62834" y="21400"/>
                  </a:cubicBezTo>
                  <a:cubicBezTo>
                    <a:pt x="37555" y="21400"/>
                    <a:pt x="22488" y="37722"/>
                    <a:pt x="22488" y="65066"/>
                  </a:cubicBezTo>
                  <a:lnTo>
                    <a:pt x="22488" y="143050"/>
                  </a:lnTo>
                  <a:cubicBezTo>
                    <a:pt x="22488" y="149523"/>
                    <a:pt x="17606" y="154433"/>
                    <a:pt x="11105" y="154433"/>
                  </a:cubicBezTo>
                  <a:cubicBezTo>
                    <a:pt x="4604" y="154433"/>
                    <a:pt x="0" y="149662"/>
                    <a:pt x="0" y="143050"/>
                  </a:cubicBezTo>
                  <a:lnTo>
                    <a:pt x="0" y="62555"/>
                  </a:lnTo>
                  <a:cubicBezTo>
                    <a:pt x="0" y="24553"/>
                    <a:pt x="23911" y="0"/>
                    <a:pt x="60880" y="0"/>
                  </a:cubicBezTo>
                  <a:lnTo>
                    <a:pt x="64759" y="0"/>
                  </a:lnTo>
                  <a:cubicBezTo>
                    <a:pt x="101756" y="0"/>
                    <a:pt x="125639" y="24553"/>
                    <a:pt x="125639" y="62555"/>
                  </a:cubicBezTo>
                  <a:lnTo>
                    <a:pt x="125639" y="143050"/>
                  </a:lnTo>
                  <a:cubicBezTo>
                    <a:pt x="125639" y="149634"/>
                    <a:pt x="120980" y="154433"/>
                    <a:pt x="114535" y="154433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9"/>
            <p:cNvSpPr/>
            <p:nvPr/>
          </p:nvSpPr>
          <p:spPr>
            <a:xfrm>
              <a:off x="6018988" y="526306"/>
              <a:ext cx="139087" cy="154963"/>
            </a:xfrm>
            <a:custGeom>
              <a:rect b="b" l="l" r="r" t="t"/>
              <a:pathLst>
                <a:path extrusionOk="0" h="154963" w="139087">
                  <a:moveTo>
                    <a:pt x="72822" y="154963"/>
                  </a:moveTo>
                  <a:cubicBezTo>
                    <a:pt x="31305" y="154963"/>
                    <a:pt x="0" y="121761"/>
                    <a:pt x="0" y="77761"/>
                  </a:cubicBezTo>
                  <a:lnTo>
                    <a:pt x="0" y="77203"/>
                  </a:lnTo>
                  <a:cubicBezTo>
                    <a:pt x="0" y="33900"/>
                    <a:pt x="31026" y="0"/>
                    <a:pt x="70646" y="0"/>
                  </a:cubicBezTo>
                  <a:cubicBezTo>
                    <a:pt x="110266" y="0"/>
                    <a:pt x="139088" y="32226"/>
                    <a:pt x="139088" y="76645"/>
                  </a:cubicBezTo>
                  <a:cubicBezTo>
                    <a:pt x="139088" y="82364"/>
                    <a:pt x="133926" y="87387"/>
                    <a:pt x="128067" y="87387"/>
                  </a:cubicBezTo>
                  <a:lnTo>
                    <a:pt x="51841" y="87387"/>
                  </a:lnTo>
                  <a:cubicBezTo>
                    <a:pt x="45646" y="87387"/>
                    <a:pt x="41154" y="83006"/>
                    <a:pt x="41154" y="76952"/>
                  </a:cubicBezTo>
                  <a:cubicBezTo>
                    <a:pt x="41154" y="70897"/>
                    <a:pt x="45730" y="66265"/>
                    <a:pt x="51841" y="66265"/>
                  </a:cubicBezTo>
                  <a:lnTo>
                    <a:pt x="115176" y="66265"/>
                  </a:lnTo>
                  <a:cubicBezTo>
                    <a:pt x="112219" y="44475"/>
                    <a:pt x="99049" y="21177"/>
                    <a:pt x="70088" y="21177"/>
                  </a:cubicBezTo>
                  <a:cubicBezTo>
                    <a:pt x="46428" y="21177"/>
                    <a:pt x="27427" y="40178"/>
                    <a:pt x="23605" y="66935"/>
                  </a:cubicBezTo>
                  <a:lnTo>
                    <a:pt x="23130" y="71343"/>
                  </a:lnTo>
                  <a:cubicBezTo>
                    <a:pt x="22600" y="76087"/>
                    <a:pt x="22656" y="80411"/>
                    <a:pt x="23270" y="84206"/>
                  </a:cubicBezTo>
                  <a:lnTo>
                    <a:pt x="23270" y="84485"/>
                  </a:lnTo>
                  <a:cubicBezTo>
                    <a:pt x="26116" y="113279"/>
                    <a:pt x="46707" y="133396"/>
                    <a:pt x="73352" y="133396"/>
                  </a:cubicBezTo>
                  <a:cubicBezTo>
                    <a:pt x="89507" y="133396"/>
                    <a:pt x="102844" y="127704"/>
                    <a:pt x="115344" y="115511"/>
                  </a:cubicBezTo>
                  <a:cubicBezTo>
                    <a:pt x="117436" y="113419"/>
                    <a:pt x="119975" y="112330"/>
                    <a:pt x="122849" y="112330"/>
                  </a:cubicBezTo>
                  <a:cubicBezTo>
                    <a:pt x="128932" y="112330"/>
                    <a:pt x="133870" y="117157"/>
                    <a:pt x="133870" y="123072"/>
                  </a:cubicBezTo>
                  <a:cubicBezTo>
                    <a:pt x="133870" y="125025"/>
                    <a:pt x="133256" y="127983"/>
                    <a:pt x="130383" y="130885"/>
                  </a:cubicBezTo>
                  <a:cubicBezTo>
                    <a:pt x="113558" y="147709"/>
                    <a:pt x="96343" y="154880"/>
                    <a:pt x="72822" y="154880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19"/>
          <p:cNvSpPr txBox="1"/>
          <p:nvPr>
            <p:ph type="ctrTitle"/>
          </p:nvPr>
        </p:nvSpPr>
        <p:spPr>
          <a:xfrm>
            <a:off x="419101" y="2125825"/>
            <a:ext cx="3842345" cy="12453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995"/>
              <a:buFont typeface="Arial"/>
              <a:buNone/>
              <a:defRPr sz="5995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419101" y="3505611"/>
            <a:ext cx="3842345" cy="249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798"/>
              <a:buNone/>
              <a:defRPr b="0" sz="1798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9"/>
          <p:cNvSpPr/>
          <p:nvPr/>
        </p:nvSpPr>
        <p:spPr>
          <a:xfrm flipH="1" rot="10800000">
            <a:off x="5678170" y="1692664"/>
            <a:ext cx="3465833" cy="3460241"/>
          </a:xfrm>
          <a:custGeom>
            <a:rect b="b" l="l" r="r" t="t"/>
            <a:pathLst>
              <a:path extrusionOk="0" h="1847726" w="1850712">
                <a:moveTo>
                  <a:pt x="0" y="0"/>
                </a:moveTo>
                <a:lnTo>
                  <a:pt x="1850712" y="0"/>
                </a:lnTo>
                <a:lnTo>
                  <a:pt x="1850712" y="1847422"/>
                </a:lnTo>
                <a:lnTo>
                  <a:pt x="1847689" y="1847726"/>
                </a:lnTo>
                <a:cubicBezTo>
                  <a:pt x="1669035" y="1847726"/>
                  <a:pt x="1524375" y="1703065"/>
                  <a:pt x="1524375" y="1524412"/>
                </a:cubicBezTo>
                <a:lnTo>
                  <a:pt x="1524375" y="846433"/>
                </a:lnTo>
                <a:cubicBezTo>
                  <a:pt x="1524375" y="557490"/>
                  <a:pt x="1290199" y="322936"/>
                  <a:pt x="1000877" y="322936"/>
                </a:cubicBezTo>
                <a:lnTo>
                  <a:pt x="323277" y="322936"/>
                </a:lnTo>
                <a:cubicBezTo>
                  <a:pt x="166955" y="322936"/>
                  <a:pt x="36658" y="212180"/>
                  <a:pt x="6527" y="64806"/>
                </a:cubicBezTo>
                <a:close/>
              </a:path>
            </a:pathLst>
          </a:custGeom>
          <a:gradFill>
            <a:gsLst>
              <a:gs pos="0">
                <a:srgbClr val="02B6D4"/>
              </a:gs>
              <a:gs pos="95000">
                <a:srgbClr val="081A59"/>
              </a:gs>
              <a:gs pos="100000">
                <a:srgbClr val="081A5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4768835" y="1"/>
            <a:ext cx="3956064" cy="1977830"/>
          </a:xfrm>
          <a:custGeom>
            <a:rect b="b" l="l" r="r" t="t"/>
            <a:pathLst>
              <a:path extrusionOk="0" h="1977830" w="3956064">
                <a:moveTo>
                  <a:pt x="0" y="0"/>
                </a:moveTo>
                <a:lnTo>
                  <a:pt x="3956034" y="0"/>
                </a:lnTo>
                <a:lnTo>
                  <a:pt x="3956064" y="295"/>
                </a:lnTo>
                <a:lnTo>
                  <a:pt x="3956064" y="513"/>
                </a:lnTo>
                <a:lnTo>
                  <a:pt x="3949048" y="70179"/>
                </a:lnTo>
                <a:cubicBezTo>
                  <a:pt x="3916794" y="227931"/>
                  <a:pt x="3777318" y="346490"/>
                  <a:pt x="3609989" y="346490"/>
                </a:cubicBezTo>
                <a:lnTo>
                  <a:pt x="2884675" y="346490"/>
                </a:lnTo>
                <a:cubicBezTo>
                  <a:pt x="2575386" y="346490"/>
                  <a:pt x="2324320" y="597150"/>
                  <a:pt x="2324320" y="906845"/>
                </a:cubicBezTo>
                <a:lnTo>
                  <a:pt x="2323915" y="906845"/>
                </a:lnTo>
                <a:lnTo>
                  <a:pt x="2323915" y="1631754"/>
                </a:lnTo>
                <a:cubicBezTo>
                  <a:pt x="2323915" y="1799083"/>
                  <a:pt x="2205357" y="1938558"/>
                  <a:pt x="2047606" y="1970813"/>
                </a:cubicBezTo>
                <a:lnTo>
                  <a:pt x="1977929" y="1977830"/>
                </a:lnTo>
                <a:lnTo>
                  <a:pt x="1977731" y="1977830"/>
                </a:lnTo>
                <a:lnTo>
                  <a:pt x="1908055" y="1970813"/>
                </a:lnTo>
                <a:cubicBezTo>
                  <a:pt x="1750306" y="1938558"/>
                  <a:pt x="1631755" y="1799083"/>
                  <a:pt x="1631755" y="1631754"/>
                </a:cubicBezTo>
                <a:lnTo>
                  <a:pt x="1631755" y="906440"/>
                </a:lnTo>
                <a:cubicBezTo>
                  <a:pt x="1631755" y="597150"/>
                  <a:pt x="1381084" y="346085"/>
                  <a:pt x="1071389" y="346085"/>
                </a:cubicBezTo>
                <a:lnTo>
                  <a:pt x="346086" y="346085"/>
                </a:lnTo>
                <a:cubicBezTo>
                  <a:pt x="178747" y="346085"/>
                  <a:pt x="39279" y="227216"/>
                  <a:pt x="7027" y="69659"/>
                </a:cubicBezTo>
                <a:close/>
              </a:path>
            </a:pathLst>
          </a:custGeom>
          <a:gradFill>
            <a:gsLst>
              <a:gs pos="0">
                <a:srgbClr val="081A59"/>
              </a:gs>
              <a:gs pos="95000">
                <a:srgbClr val="02B6D4"/>
              </a:gs>
              <a:gs pos="100000">
                <a:srgbClr val="02B6D4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Slide-LT-BLU">
  <p:cSld name="Title-Slide-LT-BLU">
    <p:bg>
      <p:bgPr>
        <a:gradFill>
          <a:gsLst>
            <a:gs pos="0">
              <a:schemeClr val="accent6"/>
            </a:gs>
            <a:gs pos="95000">
              <a:schemeClr val="lt1"/>
            </a:gs>
            <a:gs pos="100000">
              <a:schemeClr val="lt1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type="ctrTitle"/>
          </p:nvPr>
        </p:nvSpPr>
        <p:spPr>
          <a:xfrm>
            <a:off x="419101" y="1651703"/>
            <a:ext cx="3842345" cy="12453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97"/>
              <a:buFont typeface="Arial"/>
              <a:buNone/>
              <a:defRPr sz="299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1"/>
          <p:cNvSpPr txBox="1"/>
          <p:nvPr>
            <p:ph idx="1" type="subTitle"/>
          </p:nvPr>
        </p:nvSpPr>
        <p:spPr>
          <a:xfrm>
            <a:off x="419101" y="3008769"/>
            <a:ext cx="3842345" cy="2490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98"/>
              <a:buNone/>
              <a:defRPr sz="1798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998"/>
              <a:buNone/>
              <a:defRPr sz="1998"/>
            </a:lvl2pPr>
            <a:lvl3pPr lvl="2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798"/>
              <a:buNone/>
              <a:defRPr sz="1798"/>
            </a:lvl3pPr>
            <a:lvl4pPr lvl="3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599"/>
              <a:buNone/>
              <a:defRPr sz="1599"/>
            </a:lvl4pPr>
            <a:lvl5pPr lvl="4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599"/>
              <a:buNone/>
              <a:defRPr sz="1599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9pPr>
          </a:lstStyle>
          <a:p/>
        </p:txBody>
      </p:sp>
      <p:sp>
        <p:nvSpPr>
          <p:cNvPr id="173" name="Google Shape;173;p21"/>
          <p:cNvSpPr/>
          <p:nvPr/>
        </p:nvSpPr>
        <p:spPr>
          <a:xfrm flipH="1" rot="10800000">
            <a:off x="5678170" y="1692664"/>
            <a:ext cx="3465833" cy="3460241"/>
          </a:xfrm>
          <a:custGeom>
            <a:rect b="b" l="l" r="r" t="t"/>
            <a:pathLst>
              <a:path extrusionOk="0" h="1847726" w="1850712">
                <a:moveTo>
                  <a:pt x="0" y="0"/>
                </a:moveTo>
                <a:lnTo>
                  <a:pt x="1850712" y="0"/>
                </a:lnTo>
                <a:lnTo>
                  <a:pt x="1850712" y="1847422"/>
                </a:lnTo>
                <a:lnTo>
                  <a:pt x="1847689" y="1847726"/>
                </a:lnTo>
                <a:cubicBezTo>
                  <a:pt x="1669035" y="1847726"/>
                  <a:pt x="1524375" y="1703065"/>
                  <a:pt x="1524375" y="1524412"/>
                </a:cubicBezTo>
                <a:lnTo>
                  <a:pt x="1524375" y="846433"/>
                </a:lnTo>
                <a:cubicBezTo>
                  <a:pt x="1524375" y="557490"/>
                  <a:pt x="1290199" y="322936"/>
                  <a:pt x="1000877" y="322936"/>
                </a:cubicBezTo>
                <a:lnTo>
                  <a:pt x="323277" y="322936"/>
                </a:lnTo>
                <a:cubicBezTo>
                  <a:pt x="166955" y="322936"/>
                  <a:pt x="36658" y="212180"/>
                  <a:pt x="6527" y="64806"/>
                </a:cubicBezTo>
                <a:close/>
              </a:path>
            </a:pathLst>
          </a:custGeom>
          <a:gradFill>
            <a:gsLst>
              <a:gs pos="0">
                <a:srgbClr val="02B6D4"/>
              </a:gs>
              <a:gs pos="95000">
                <a:srgbClr val="081A59"/>
              </a:gs>
              <a:gs pos="100000">
                <a:srgbClr val="081A5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4768835" y="1"/>
            <a:ext cx="3956064" cy="1977830"/>
          </a:xfrm>
          <a:custGeom>
            <a:rect b="b" l="l" r="r" t="t"/>
            <a:pathLst>
              <a:path extrusionOk="0" h="1977830" w="3956064">
                <a:moveTo>
                  <a:pt x="0" y="0"/>
                </a:moveTo>
                <a:lnTo>
                  <a:pt x="3956034" y="0"/>
                </a:lnTo>
                <a:lnTo>
                  <a:pt x="3956064" y="295"/>
                </a:lnTo>
                <a:lnTo>
                  <a:pt x="3956064" y="513"/>
                </a:lnTo>
                <a:lnTo>
                  <a:pt x="3949048" y="70179"/>
                </a:lnTo>
                <a:cubicBezTo>
                  <a:pt x="3916794" y="227931"/>
                  <a:pt x="3777318" y="346490"/>
                  <a:pt x="3609989" y="346490"/>
                </a:cubicBezTo>
                <a:lnTo>
                  <a:pt x="2884675" y="346490"/>
                </a:lnTo>
                <a:cubicBezTo>
                  <a:pt x="2575386" y="346490"/>
                  <a:pt x="2324320" y="597150"/>
                  <a:pt x="2324320" y="906845"/>
                </a:cubicBezTo>
                <a:lnTo>
                  <a:pt x="2323915" y="906845"/>
                </a:lnTo>
                <a:lnTo>
                  <a:pt x="2323915" y="1631754"/>
                </a:lnTo>
                <a:cubicBezTo>
                  <a:pt x="2323915" y="1799083"/>
                  <a:pt x="2205357" y="1938558"/>
                  <a:pt x="2047606" y="1970813"/>
                </a:cubicBezTo>
                <a:lnTo>
                  <a:pt x="1977929" y="1977830"/>
                </a:lnTo>
                <a:lnTo>
                  <a:pt x="1977731" y="1977830"/>
                </a:lnTo>
                <a:lnTo>
                  <a:pt x="1908055" y="1970813"/>
                </a:lnTo>
                <a:cubicBezTo>
                  <a:pt x="1750306" y="1938558"/>
                  <a:pt x="1631755" y="1799083"/>
                  <a:pt x="1631755" y="1631754"/>
                </a:cubicBezTo>
                <a:lnTo>
                  <a:pt x="1631755" y="906440"/>
                </a:lnTo>
                <a:cubicBezTo>
                  <a:pt x="1631755" y="597150"/>
                  <a:pt x="1381084" y="346085"/>
                  <a:pt x="1071389" y="346085"/>
                </a:cubicBezTo>
                <a:lnTo>
                  <a:pt x="346086" y="346085"/>
                </a:lnTo>
                <a:cubicBezTo>
                  <a:pt x="178747" y="346085"/>
                  <a:pt x="39279" y="227216"/>
                  <a:pt x="7027" y="69659"/>
                </a:cubicBezTo>
                <a:close/>
              </a:path>
            </a:pathLst>
          </a:custGeom>
          <a:gradFill>
            <a:gsLst>
              <a:gs pos="0">
                <a:srgbClr val="081A59"/>
              </a:gs>
              <a:gs pos="95000">
                <a:srgbClr val="02B6D4"/>
              </a:gs>
              <a:gs pos="100000">
                <a:srgbClr val="02B6D4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5" name="Google Shape;175;p21"/>
          <p:cNvGrpSpPr/>
          <p:nvPr/>
        </p:nvGrpSpPr>
        <p:grpSpPr>
          <a:xfrm>
            <a:off x="8401924" y="4807699"/>
            <a:ext cx="322976" cy="160823"/>
            <a:chOff x="7412309" y="4808391"/>
            <a:chExt cx="322976" cy="160972"/>
          </a:xfrm>
        </p:grpSpPr>
        <p:sp>
          <p:nvSpPr>
            <p:cNvPr id="176" name="Google Shape;176;p21"/>
            <p:cNvSpPr/>
            <p:nvPr/>
          </p:nvSpPr>
          <p:spPr>
            <a:xfrm>
              <a:off x="7451074" y="4864440"/>
              <a:ext cx="66157" cy="66157"/>
            </a:xfrm>
            <a:custGeom>
              <a:rect b="b" l="l" r="r" t="t"/>
              <a:pathLst>
                <a:path extrusionOk="0" h="66157" w="66157">
                  <a:moveTo>
                    <a:pt x="38534" y="0"/>
                  </a:moveTo>
                  <a:cubicBezTo>
                    <a:pt x="36613" y="4537"/>
                    <a:pt x="33849" y="8800"/>
                    <a:pt x="29966" y="12683"/>
                  </a:cubicBezTo>
                  <a:cubicBezTo>
                    <a:pt x="21419" y="21229"/>
                    <a:pt x="10952" y="24416"/>
                    <a:pt x="0" y="24986"/>
                  </a:cubicBezTo>
                  <a:lnTo>
                    <a:pt x="41171" y="66157"/>
                  </a:lnTo>
                  <a:cubicBezTo>
                    <a:pt x="41741" y="55205"/>
                    <a:pt x="44928" y="44738"/>
                    <a:pt x="53474" y="36191"/>
                  </a:cubicBezTo>
                  <a:cubicBezTo>
                    <a:pt x="57357" y="32308"/>
                    <a:pt x="61620" y="29544"/>
                    <a:pt x="66157" y="27624"/>
                  </a:cubicBezTo>
                  <a:cubicBezTo>
                    <a:pt x="53390" y="22918"/>
                    <a:pt x="43240" y="12788"/>
                    <a:pt x="38534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7412309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68246"/>
                  </a:moveTo>
                  <a:cubicBezTo>
                    <a:pt x="83862" y="52630"/>
                    <a:pt x="83862" y="27328"/>
                    <a:pt x="68246" y="11712"/>
                  </a:cubicBezTo>
                  <a:cubicBezTo>
                    <a:pt x="52630" y="-3904"/>
                    <a:pt x="27328" y="-3904"/>
                    <a:pt x="11712" y="11712"/>
                  </a:cubicBezTo>
                  <a:cubicBezTo>
                    <a:pt x="-3904" y="27328"/>
                    <a:pt x="-3904" y="52630"/>
                    <a:pt x="11712" y="68246"/>
                  </a:cubicBezTo>
                  <a:cubicBezTo>
                    <a:pt x="27328" y="83862"/>
                    <a:pt x="52630" y="83862"/>
                    <a:pt x="68246" y="68246"/>
                  </a:cubicBezTo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1"/>
            <p:cNvSpPr/>
            <p:nvPr/>
          </p:nvSpPr>
          <p:spPr>
            <a:xfrm>
              <a:off x="7493301" y="4808391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1"/>
            <p:cNvSpPr/>
            <p:nvPr/>
          </p:nvSpPr>
          <p:spPr>
            <a:xfrm>
              <a:off x="7630363" y="4808391"/>
              <a:ext cx="104922" cy="104923"/>
            </a:xfrm>
            <a:custGeom>
              <a:rect b="b" l="l" r="r" t="t"/>
              <a:pathLst>
                <a:path extrusionOk="0" h="104923" w="104922">
                  <a:moveTo>
                    <a:pt x="93211" y="11712"/>
                  </a:moveTo>
                  <a:cubicBezTo>
                    <a:pt x="77595" y="-3904"/>
                    <a:pt x="52293" y="-3904"/>
                    <a:pt x="36677" y="11712"/>
                  </a:cubicBezTo>
                  <a:cubicBezTo>
                    <a:pt x="29185" y="19204"/>
                    <a:pt x="25281" y="28953"/>
                    <a:pt x="25007" y="38766"/>
                  </a:cubicBezTo>
                  <a:lnTo>
                    <a:pt x="25007" y="38766"/>
                  </a:lnTo>
                  <a:cubicBezTo>
                    <a:pt x="24437" y="49718"/>
                    <a:pt x="21250" y="60185"/>
                    <a:pt x="12704" y="68732"/>
                  </a:cubicBezTo>
                  <a:cubicBezTo>
                    <a:pt x="8821" y="72615"/>
                    <a:pt x="4537" y="75379"/>
                    <a:pt x="0" y="77299"/>
                  </a:cubicBezTo>
                  <a:cubicBezTo>
                    <a:pt x="12788" y="82005"/>
                    <a:pt x="22939" y="92156"/>
                    <a:pt x="27623" y="104923"/>
                  </a:cubicBezTo>
                  <a:cubicBezTo>
                    <a:pt x="29544" y="100386"/>
                    <a:pt x="32329" y="96102"/>
                    <a:pt x="36191" y="92219"/>
                  </a:cubicBezTo>
                  <a:cubicBezTo>
                    <a:pt x="44738" y="83673"/>
                    <a:pt x="55205" y="80486"/>
                    <a:pt x="66157" y="79916"/>
                  </a:cubicBezTo>
                  <a:lnTo>
                    <a:pt x="66157" y="79916"/>
                  </a:lnTo>
                  <a:cubicBezTo>
                    <a:pt x="75991" y="79621"/>
                    <a:pt x="85719" y="75717"/>
                    <a:pt x="93211" y="68225"/>
                  </a:cubicBezTo>
                  <a:cubicBezTo>
                    <a:pt x="108827" y="52609"/>
                    <a:pt x="108827" y="27307"/>
                    <a:pt x="93211" y="11691"/>
                  </a:cubicBezTo>
                  <a:close/>
                  <a:moveTo>
                    <a:pt x="79389" y="54424"/>
                  </a:moveTo>
                  <a:cubicBezTo>
                    <a:pt x="75527" y="58286"/>
                    <a:pt x="70399" y="60417"/>
                    <a:pt x="64933" y="60417"/>
                  </a:cubicBezTo>
                  <a:cubicBezTo>
                    <a:pt x="59468" y="60417"/>
                    <a:pt x="54340" y="58286"/>
                    <a:pt x="50478" y="54424"/>
                  </a:cubicBezTo>
                  <a:cubicBezTo>
                    <a:pt x="42501" y="46447"/>
                    <a:pt x="42501" y="33490"/>
                    <a:pt x="50478" y="25513"/>
                  </a:cubicBezTo>
                  <a:cubicBezTo>
                    <a:pt x="54340" y="21651"/>
                    <a:pt x="59468" y="19520"/>
                    <a:pt x="64933" y="19520"/>
                  </a:cubicBezTo>
                  <a:cubicBezTo>
                    <a:pt x="70399" y="19520"/>
                    <a:pt x="75527" y="21651"/>
                    <a:pt x="79389" y="25513"/>
                  </a:cubicBezTo>
                  <a:cubicBezTo>
                    <a:pt x="83250" y="29375"/>
                    <a:pt x="85382" y="34503"/>
                    <a:pt x="85382" y="39969"/>
                  </a:cubicBezTo>
                  <a:cubicBezTo>
                    <a:pt x="85382" y="45434"/>
                    <a:pt x="83250" y="50562"/>
                    <a:pt x="79389" y="54424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1"/>
            <p:cNvSpPr/>
            <p:nvPr/>
          </p:nvSpPr>
          <p:spPr>
            <a:xfrm>
              <a:off x="7574314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7532067" y="4847157"/>
              <a:ext cx="83440" cy="83440"/>
            </a:xfrm>
            <a:custGeom>
              <a:rect b="b" l="l" r="r" t="t"/>
              <a:pathLst>
                <a:path extrusionOk="0" h="83440" w="83440">
                  <a:moveTo>
                    <a:pt x="53474" y="29966"/>
                  </a:moveTo>
                  <a:cubicBezTo>
                    <a:pt x="44928" y="21419"/>
                    <a:pt x="41741" y="10952"/>
                    <a:pt x="41171" y="0"/>
                  </a:cubicBezTo>
                  <a:lnTo>
                    <a:pt x="0" y="41172"/>
                  </a:lnTo>
                  <a:cubicBezTo>
                    <a:pt x="10952" y="41741"/>
                    <a:pt x="21419" y="44928"/>
                    <a:pt x="29966" y="53474"/>
                  </a:cubicBezTo>
                  <a:cubicBezTo>
                    <a:pt x="38513" y="62021"/>
                    <a:pt x="41699" y="72488"/>
                    <a:pt x="42269" y="83440"/>
                  </a:cubicBezTo>
                  <a:lnTo>
                    <a:pt x="83440" y="42269"/>
                  </a:lnTo>
                  <a:cubicBezTo>
                    <a:pt x="72488" y="41699"/>
                    <a:pt x="62021" y="38513"/>
                    <a:pt x="53474" y="2996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Only-LT-BLU">
  <p:cSld name="Title-Only-LT-BLU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and-Bullets-LT-BLU">
  <p:cSld name="Title-and-Bullets-LT-BLU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419102" y="1076325"/>
            <a:ext cx="8305798" cy="3477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136" lvl="0" marL="4572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1pPr>
            <a:lvl2pPr indent="-330136" lvl="1" marL="9144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2pPr>
            <a:lvl3pPr indent="-330137" lvl="2" marL="13716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3pPr>
            <a:lvl4pPr indent="-330137" lvl="3" marL="18288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4pPr>
            <a:lvl5pPr indent="-330136" lvl="4" marL="22860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Bullets-Half-Image-LT-BLU">
  <p:cSld name="Title-Bullets-Half-Image-LT-BLU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4"/>
          <p:cNvSpPr txBox="1"/>
          <p:nvPr>
            <p:ph type="title"/>
          </p:nvPr>
        </p:nvSpPr>
        <p:spPr>
          <a:xfrm>
            <a:off x="419101" y="374305"/>
            <a:ext cx="3733799" cy="830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97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4"/>
          <p:cNvSpPr txBox="1"/>
          <p:nvPr>
            <p:ph idx="1" type="body"/>
          </p:nvPr>
        </p:nvSpPr>
        <p:spPr>
          <a:xfrm>
            <a:off x="419103" y="1424668"/>
            <a:ext cx="3733798" cy="3169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136" lvl="0" marL="4572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1pPr>
            <a:lvl2pPr indent="-330136" lvl="1" marL="9144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2pPr>
            <a:lvl3pPr indent="-330137" lvl="2" marL="13716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3pPr>
            <a:lvl4pPr indent="-330137" lvl="3" marL="18288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4pPr>
            <a:lvl5pPr indent="-330136" lvl="4" marL="22860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-LT-BLU">
  <p:cSld name="Quote-LT-BLU">
    <p:bg>
      <p:bgPr>
        <a:gradFill>
          <a:gsLst>
            <a:gs pos="0">
              <a:schemeClr val="accent6"/>
            </a:gs>
            <a:gs pos="95000">
              <a:schemeClr val="lt1"/>
            </a:gs>
            <a:gs pos="100000">
              <a:schemeClr val="lt1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 flipH="1" rot="10800000">
            <a:off x="5678169" y="1691098"/>
            <a:ext cx="3465833" cy="3457040"/>
          </a:xfrm>
          <a:custGeom>
            <a:rect b="b" l="l" r="r" t="t"/>
            <a:pathLst>
              <a:path extrusionOk="0" h="1847726" w="1850712">
                <a:moveTo>
                  <a:pt x="0" y="0"/>
                </a:moveTo>
                <a:lnTo>
                  <a:pt x="1850712" y="0"/>
                </a:lnTo>
                <a:lnTo>
                  <a:pt x="1850712" y="1847422"/>
                </a:lnTo>
                <a:lnTo>
                  <a:pt x="1847689" y="1847726"/>
                </a:lnTo>
                <a:cubicBezTo>
                  <a:pt x="1669035" y="1847726"/>
                  <a:pt x="1524375" y="1703065"/>
                  <a:pt x="1524375" y="1524412"/>
                </a:cubicBezTo>
                <a:lnTo>
                  <a:pt x="1524375" y="846433"/>
                </a:lnTo>
                <a:cubicBezTo>
                  <a:pt x="1524375" y="557490"/>
                  <a:pt x="1290199" y="322936"/>
                  <a:pt x="1000877" y="322936"/>
                </a:cubicBezTo>
                <a:lnTo>
                  <a:pt x="323277" y="322936"/>
                </a:lnTo>
                <a:cubicBezTo>
                  <a:pt x="166955" y="322936"/>
                  <a:pt x="36658" y="212180"/>
                  <a:pt x="6527" y="6480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95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t/>
            </a:r>
            <a:endParaRPr b="0" i="0" sz="139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25"/>
          <p:cNvGrpSpPr/>
          <p:nvPr/>
        </p:nvGrpSpPr>
        <p:grpSpPr>
          <a:xfrm>
            <a:off x="8401924" y="4807699"/>
            <a:ext cx="322976" cy="160823"/>
            <a:chOff x="7412309" y="4808391"/>
            <a:chExt cx="322976" cy="160972"/>
          </a:xfrm>
        </p:grpSpPr>
        <p:sp>
          <p:nvSpPr>
            <p:cNvPr id="194" name="Google Shape;194;p25"/>
            <p:cNvSpPr/>
            <p:nvPr/>
          </p:nvSpPr>
          <p:spPr>
            <a:xfrm>
              <a:off x="7451074" y="4864440"/>
              <a:ext cx="66157" cy="66157"/>
            </a:xfrm>
            <a:custGeom>
              <a:rect b="b" l="l" r="r" t="t"/>
              <a:pathLst>
                <a:path extrusionOk="0" h="66157" w="66157">
                  <a:moveTo>
                    <a:pt x="38534" y="0"/>
                  </a:moveTo>
                  <a:cubicBezTo>
                    <a:pt x="36613" y="4537"/>
                    <a:pt x="33849" y="8800"/>
                    <a:pt x="29966" y="12683"/>
                  </a:cubicBezTo>
                  <a:cubicBezTo>
                    <a:pt x="21419" y="21229"/>
                    <a:pt x="10952" y="24416"/>
                    <a:pt x="0" y="24986"/>
                  </a:cubicBezTo>
                  <a:lnTo>
                    <a:pt x="41171" y="66157"/>
                  </a:lnTo>
                  <a:cubicBezTo>
                    <a:pt x="41741" y="55205"/>
                    <a:pt x="44928" y="44738"/>
                    <a:pt x="53474" y="36191"/>
                  </a:cubicBezTo>
                  <a:cubicBezTo>
                    <a:pt x="57357" y="32308"/>
                    <a:pt x="61620" y="29544"/>
                    <a:pt x="66157" y="27624"/>
                  </a:cubicBezTo>
                  <a:cubicBezTo>
                    <a:pt x="53390" y="22918"/>
                    <a:pt x="43240" y="12788"/>
                    <a:pt x="38534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5"/>
            <p:cNvSpPr/>
            <p:nvPr/>
          </p:nvSpPr>
          <p:spPr>
            <a:xfrm>
              <a:off x="7412309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68246"/>
                  </a:moveTo>
                  <a:cubicBezTo>
                    <a:pt x="83862" y="52630"/>
                    <a:pt x="83862" y="27328"/>
                    <a:pt x="68246" y="11712"/>
                  </a:cubicBezTo>
                  <a:cubicBezTo>
                    <a:pt x="52630" y="-3904"/>
                    <a:pt x="27328" y="-3904"/>
                    <a:pt x="11712" y="11712"/>
                  </a:cubicBezTo>
                  <a:cubicBezTo>
                    <a:pt x="-3904" y="27328"/>
                    <a:pt x="-3904" y="52630"/>
                    <a:pt x="11712" y="68246"/>
                  </a:cubicBezTo>
                  <a:cubicBezTo>
                    <a:pt x="27328" y="83862"/>
                    <a:pt x="52630" y="83862"/>
                    <a:pt x="68246" y="68246"/>
                  </a:cubicBezTo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5"/>
            <p:cNvSpPr/>
            <p:nvPr/>
          </p:nvSpPr>
          <p:spPr>
            <a:xfrm>
              <a:off x="7493301" y="4808391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5"/>
            <p:cNvSpPr/>
            <p:nvPr/>
          </p:nvSpPr>
          <p:spPr>
            <a:xfrm>
              <a:off x="7630363" y="4808391"/>
              <a:ext cx="104922" cy="104923"/>
            </a:xfrm>
            <a:custGeom>
              <a:rect b="b" l="l" r="r" t="t"/>
              <a:pathLst>
                <a:path extrusionOk="0" h="104923" w="104922">
                  <a:moveTo>
                    <a:pt x="93211" y="11712"/>
                  </a:moveTo>
                  <a:cubicBezTo>
                    <a:pt x="77595" y="-3904"/>
                    <a:pt x="52293" y="-3904"/>
                    <a:pt x="36677" y="11712"/>
                  </a:cubicBezTo>
                  <a:cubicBezTo>
                    <a:pt x="29185" y="19204"/>
                    <a:pt x="25281" y="28953"/>
                    <a:pt x="25007" y="38766"/>
                  </a:cubicBezTo>
                  <a:lnTo>
                    <a:pt x="25007" y="38766"/>
                  </a:lnTo>
                  <a:cubicBezTo>
                    <a:pt x="24437" y="49718"/>
                    <a:pt x="21250" y="60185"/>
                    <a:pt x="12704" y="68732"/>
                  </a:cubicBezTo>
                  <a:cubicBezTo>
                    <a:pt x="8821" y="72615"/>
                    <a:pt x="4537" y="75379"/>
                    <a:pt x="0" y="77299"/>
                  </a:cubicBezTo>
                  <a:cubicBezTo>
                    <a:pt x="12788" y="82005"/>
                    <a:pt x="22939" y="92156"/>
                    <a:pt x="27623" y="104923"/>
                  </a:cubicBezTo>
                  <a:cubicBezTo>
                    <a:pt x="29544" y="100386"/>
                    <a:pt x="32329" y="96102"/>
                    <a:pt x="36191" y="92219"/>
                  </a:cubicBezTo>
                  <a:cubicBezTo>
                    <a:pt x="44738" y="83673"/>
                    <a:pt x="55205" y="80486"/>
                    <a:pt x="66157" y="79916"/>
                  </a:cubicBezTo>
                  <a:lnTo>
                    <a:pt x="66157" y="79916"/>
                  </a:lnTo>
                  <a:cubicBezTo>
                    <a:pt x="75991" y="79621"/>
                    <a:pt x="85719" y="75717"/>
                    <a:pt x="93211" y="68225"/>
                  </a:cubicBezTo>
                  <a:cubicBezTo>
                    <a:pt x="108827" y="52609"/>
                    <a:pt x="108827" y="27307"/>
                    <a:pt x="93211" y="11691"/>
                  </a:cubicBezTo>
                  <a:close/>
                  <a:moveTo>
                    <a:pt x="79389" y="54424"/>
                  </a:moveTo>
                  <a:cubicBezTo>
                    <a:pt x="75527" y="58286"/>
                    <a:pt x="70399" y="60417"/>
                    <a:pt x="64933" y="60417"/>
                  </a:cubicBezTo>
                  <a:cubicBezTo>
                    <a:pt x="59468" y="60417"/>
                    <a:pt x="54340" y="58286"/>
                    <a:pt x="50478" y="54424"/>
                  </a:cubicBezTo>
                  <a:cubicBezTo>
                    <a:pt x="42501" y="46447"/>
                    <a:pt x="42501" y="33490"/>
                    <a:pt x="50478" y="25513"/>
                  </a:cubicBezTo>
                  <a:cubicBezTo>
                    <a:pt x="54340" y="21651"/>
                    <a:pt x="59468" y="19520"/>
                    <a:pt x="64933" y="19520"/>
                  </a:cubicBezTo>
                  <a:cubicBezTo>
                    <a:pt x="70399" y="19520"/>
                    <a:pt x="75527" y="21651"/>
                    <a:pt x="79389" y="25513"/>
                  </a:cubicBezTo>
                  <a:cubicBezTo>
                    <a:pt x="83250" y="29375"/>
                    <a:pt x="85382" y="34503"/>
                    <a:pt x="85382" y="39969"/>
                  </a:cubicBezTo>
                  <a:cubicBezTo>
                    <a:pt x="85382" y="45434"/>
                    <a:pt x="83250" y="50562"/>
                    <a:pt x="79389" y="54424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5"/>
            <p:cNvSpPr/>
            <p:nvPr/>
          </p:nvSpPr>
          <p:spPr>
            <a:xfrm>
              <a:off x="7574314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5"/>
            <p:cNvSpPr/>
            <p:nvPr/>
          </p:nvSpPr>
          <p:spPr>
            <a:xfrm>
              <a:off x="7532067" y="4847157"/>
              <a:ext cx="83440" cy="83440"/>
            </a:xfrm>
            <a:custGeom>
              <a:rect b="b" l="l" r="r" t="t"/>
              <a:pathLst>
                <a:path extrusionOk="0" h="83440" w="83440">
                  <a:moveTo>
                    <a:pt x="53474" y="29966"/>
                  </a:moveTo>
                  <a:cubicBezTo>
                    <a:pt x="44928" y="21419"/>
                    <a:pt x="41741" y="10952"/>
                    <a:pt x="41171" y="0"/>
                  </a:cubicBezTo>
                  <a:lnTo>
                    <a:pt x="0" y="41172"/>
                  </a:lnTo>
                  <a:cubicBezTo>
                    <a:pt x="10952" y="41741"/>
                    <a:pt x="21419" y="44928"/>
                    <a:pt x="29966" y="53474"/>
                  </a:cubicBezTo>
                  <a:cubicBezTo>
                    <a:pt x="38513" y="62021"/>
                    <a:pt x="41699" y="72488"/>
                    <a:pt x="42269" y="83440"/>
                  </a:cubicBezTo>
                  <a:lnTo>
                    <a:pt x="83440" y="42269"/>
                  </a:lnTo>
                  <a:cubicBezTo>
                    <a:pt x="72488" y="41699"/>
                    <a:pt x="62021" y="38513"/>
                    <a:pt x="53474" y="2996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25"/>
          <p:cNvSpPr/>
          <p:nvPr/>
        </p:nvSpPr>
        <p:spPr>
          <a:xfrm>
            <a:off x="406690" y="738363"/>
            <a:ext cx="543062" cy="495544"/>
          </a:xfrm>
          <a:custGeom>
            <a:rect b="b" l="l" r="r" t="t"/>
            <a:pathLst>
              <a:path extrusionOk="0" h="496003" w="543062">
                <a:moveTo>
                  <a:pt x="132848" y="495954"/>
                </a:moveTo>
                <a:cubicBezTo>
                  <a:pt x="84547" y="496982"/>
                  <a:pt x="49804" y="481936"/>
                  <a:pt x="28713" y="450816"/>
                </a:cubicBezTo>
                <a:cubicBezTo>
                  <a:pt x="7716" y="419697"/>
                  <a:pt x="-1793" y="381194"/>
                  <a:pt x="278" y="335309"/>
                </a:cubicBezTo>
                <a:cubicBezTo>
                  <a:pt x="1314" y="302694"/>
                  <a:pt x="7999" y="267929"/>
                  <a:pt x="20333" y="231202"/>
                </a:cubicBezTo>
                <a:cubicBezTo>
                  <a:pt x="32667" y="194475"/>
                  <a:pt x="50368" y="156720"/>
                  <a:pt x="73531" y="117937"/>
                </a:cubicBezTo>
                <a:cubicBezTo>
                  <a:pt x="96693" y="79155"/>
                  <a:pt x="125222" y="39904"/>
                  <a:pt x="159118" y="93"/>
                </a:cubicBezTo>
                <a:lnTo>
                  <a:pt x="216176" y="42895"/>
                </a:lnTo>
                <a:cubicBezTo>
                  <a:pt x="204877" y="57193"/>
                  <a:pt x="191507" y="77566"/>
                  <a:pt x="176066" y="104106"/>
                </a:cubicBezTo>
                <a:cubicBezTo>
                  <a:pt x="160624" y="130647"/>
                  <a:pt x="146783" y="159991"/>
                  <a:pt x="134449" y="192139"/>
                </a:cubicBezTo>
                <a:cubicBezTo>
                  <a:pt x="122115" y="224287"/>
                  <a:pt x="115900" y="255126"/>
                  <a:pt x="115900" y="284751"/>
                </a:cubicBezTo>
                <a:cubicBezTo>
                  <a:pt x="123056" y="282695"/>
                  <a:pt x="128988" y="281480"/>
                  <a:pt x="133602" y="280919"/>
                </a:cubicBezTo>
                <a:cubicBezTo>
                  <a:pt x="138215" y="280452"/>
                  <a:pt x="143111" y="280172"/>
                  <a:pt x="148290" y="280172"/>
                </a:cubicBezTo>
                <a:cubicBezTo>
                  <a:pt x="176066" y="280172"/>
                  <a:pt x="200169" y="288395"/>
                  <a:pt x="220789" y="304656"/>
                </a:cubicBezTo>
                <a:cubicBezTo>
                  <a:pt x="241315" y="321010"/>
                  <a:pt x="251107" y="346523"/>
                  <a:pt x="250072" y="381194"/>
                </a:cubicBezTo>
                <a:cubicBezTo>
                  <a:pt x="248000" y="411847"/>
                  <a:pt x="236231" y="438574"/>
                  <a:pt x="214575" y="461564"/>
                </a:cubicBezTo>
                <a:cubicBezTo>
                  <a:pt x="193014" y="484553"/>
                  <a:pt x="165709" y="495954"/>
                  <a:pt x="132848" y="495954"/>
                </a:cubicBezTo>
                <a:close/>
                <a:moveTo>
                  <a:pt x="425859" y="495954"/>
                </a:moveTo>
                <a:cubicBezTo>
                  <a:pt x="377558" y="496982"/>
                  <a:pt x="342814" y="481936"/>
                  <a:pt x="321724" y="450816"/>
                </a:cubicBezTo>
                <a:cubicBezTo>
                  <a:pt x="300633" y="419697"/>
                  <a:pt x="291123" y="381194"/>
                  <a:pt x="293195" y="335215"/>
                </a:cubicBezTo>
                <a:cubicBezTo>
                  <a:pt x="294230" y="302600"/>
                  <a:pt x="300915" y="267836"/>
                  <a:pt x="313250" y="231109"/>
                </a:cubicBezTo>
                <a:cubicBezTo>
                  <a:pt x="325584" y="194382"/>
                  <a:pt x="343285" y="156627"/>
                  <a:pt x="366447" y="117844"/>
                </a:cubicBezTo>
                <a:cubicBezTo>
                  <a:pt x="389610" y="79061"/>
                  <a:pt x="418139" y="39811"/>
                  <a:pt x="452034" y="0"/>
                </a:cubicBezTo>
                <a:lnTo>
                  <a:pt x="509093" y="42801"/>
                </a:lnTo>
                <a:cubicBezTo>
                  <a:pt x="497794" y="57100"/>
                  <a:pt x="484424" y="77472"/>
                  <a:pt x="468982" y="104013"/>
                </a:cubicBezTo>
                <a:cubicBezTo>
                  <a:pt x="453541" y="130554"/>
                  <a:pt x="439700" y="159898"/>
                  <a:pt x="427366" y="192046"/>
                </a:cubicBezTo>
                <a:cubicBezTo>
                  <a:pt x="415032" y="224193"/>
                  <a:pt x="408817" y="255033"/>
                  <a:pt x="408817" y="284657"/>
                </a:cubicBezTo>
                <a:cubicBezTo>
                  <a:pt x="415973" y="282601"/>
                  <a:pt x="421905" y="281386"/>
                  <a:pt x="426518" y="280826"/>
                </a:cubicBezTo>
                <a:cubicBezTo>
                  <a:pt x="431132" y="280359"/>
                  <a:pt x="436028" y="280078"/>
                  <a:pt x="441207" y="280078"/>
                </a:cubicBezTo>
                <a:cubicBezTo>
                  <a:pt x="468982" y="280078"/>
                  <a:pt x="493086" y="288302"/>
                  <a:pt x="513706" y="304563"/>
                </a:cubicBezTo>
                <a:cubicBezTo>
                  <a:pt x="534232" y="320917"/>
                  <a:pt x="544024" y="346430"/>
                  <a:pt x="542988" y="381101"/>
                </a:cubicBezTo>
                <a:cubicBezTo>
                  <a:pt x="540917" y="411753"/>
                  <a:pt x="529148" y="438481"/>
                  <a:pt x="507492" y="461470"/>
                </a:cubicBezTo>
                <a:cubicBezTo>
                  <a:pt x="485930" y="484460"/>
                  <a:pt x="458625" y="495861"/>
                  <a:pt x="425765" y="49586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99"/>
              <a:buFont typeface="Arial"/>
              <a:buNone/>
            </a:pPr>
            <a:r>
              <a:t/>
            </a:r>
            <a:endParaRPr b="0" i="0" sz="139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 txBox="1"/>
          <p:nvPr>
            <p:ph type="ctrTitle"/>
          </p:nvPr>
        </p:nvSpPr>
        <p:spPr>
          <a:xfrm>
            <a:off x="419100" y="1980371"/>
            <a:ext cx="7368540" cy="166045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97"/>
              <a:buFont typeface="Arial"/>
              <a:buNone/>
              <a:defRPr sz="299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5"/>
          <p:cNvSpPr txBox="1"/>
          <p:nvPr>
            <p:ph idx="1" type="subTitle"/>
          </p:nvPr>
        </p:nvSpPr>
        <p:spPr>
          <a:xfrm>
            <a:off x="419100" y="3752551"/>
            <a:ext cx="7368540" cy="221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99"/>
              <a:buNone/>
              <a:defRPr sz="1599">
                <a:solidFill>
                  <a:schemeClr val="accent1"/>
                </a:solidFill>
              </a:defRPr>
            </a:lvl1pPr>
            <a:lvl2pPr lvl="1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998"/>
              <a:buNone/>
              <a:defRPr sz="1998"/>
            </a:lvl2pPr>
            <a:lvl3pPr lvl="2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798"/>
              <a:buNone/>
              <a:defRPr sz="1798"/>
            </a:lvl3pPr>
            <a:lvl4pPr lvl="3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599"/>
              <a:buNone/>
              <a:defRPr sz="1599"/>
            </a:lvl4pPr>
            <a:lvl5pPr lvl="4" algn="ctr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599"/>
              <a:buNone/>
              <a:defRPr sz="1599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99"/>
              <a:buNone/>
              <a:defRPr sz="1599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-You-LT-BLU">
  <p:cSld name="Thank-You-LT-BLU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/>
          <p:nvPr/>
        </p:nvSpPr>
        <p:spPr>
          <a:xfrm flipH="1" rot="10800000">
            <a:off x="5678170" y="1692664"/>
            <a:ext cx="3465833" cy="3460241"/>
          </a:xfrm>
          <a:custGeom>
            <a:rect b="b" l="l" r="r" t="t"/>
            <a:pathLst>
              <a:path extrusionOk="0" h="1847726" w="1850712">
                <a:moveTo>
                  <a:pt x="0" y="0"/>
                </a:moveTo>
                <a:lnTo>
                  <a:pt x="1850712" y="0"/>
                </a:lnTo>
                <a:lnTo>
                  <a:pt x="1850712" y="1847422"/>
                </a:lnTo>
                <a:lnTo>
                  <a:pt x="1847689" y="1847726"/>
                </a:lnTo>
                <a:cubicBezTo>
                  <a:pt x="1669035" y="1847726"/>
                  <a:pt x="1524375" y="1703065"/>
                  <a:pt x="1524375" y="1524412"/>
                </a:cubicBezTo>
                <a:lnTo>
                  <a:pt x="1524375" y="846433"/>
                </a:lnTo>
                <a:cubicBezTo>
                  <a:pt x="1524375" y="557490"/>
                  <a:pt x="1290199" y="322936"/>
                  <a:pt x="1000877" y="322936"/>
                </a:cubicBezTo>
                <a:lnTo>
                  <a:pt x="323277" y="322936"/>
                </a:lnTo>
                <a:cubicBezTo>
                  <a:pt x="166955" y="322936"/>
                  <a:pt x="36658" y="212180"/>
                  <a:pt x="6527" y="64806"/>
                </a:cubicBezTo>
                <a:close/>
              </a:path>
            </a:pathLst>
          </a:custGeom>
          <a:gradFill>
            <a:gsLst>
              <a:gs pos="0">
                <a:srgbClr val="02B6D4"/>
              </a:gs>
              <a:gs pos="95000">
                <a:srgbClr val="081A59"/>
              </a:gs>
              <a:gs pos="100000">
                <a:srgbClr val="081A5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4768835" y="1"/>
            <a:ext cx="3956064" cy="1977830"/>
          </a:xfrm>
          <a:custGeom>
            <a:rect b="b" l="l" r="r" t="t"/>
            <a:pathLst>
              <a:path extrusionOk="0" h="1977830" w="3956064">
                <a:moveTo>
                  <a:pt x="0" y="0"/>
                </a:moveTo>
                <a:lnTo>
                  <a:pt x="3956034" y="0"/>
                </a:lnTo>
                <a:lnTo>
                  <a:pt x="3956064" y="295"/>
                </a:lnTo>
                <a:lnTo>
                  <a:pt x="3956064" y="513"/>
                </a:lnTo>
                <a:lnTo>
                  <a:pt x="3949048" y="70179"/>
                </a:lnTo>
                <a:cubicBezTo>
                  <a:pt x="3916794" y="227931"/>
                  <a:pt x="3777318" y="346490"/>
                  <a:pt x="3609989" y="346490"/>
                </a:cubicBezTo>
                <a:lnTo>
                  <a:pt x="2884675" y="346490"/>
                </a:lnTo>
                <a:cubicBezTo>
                  <a:pt x="2575386" y="346490"/>
                  <a:pt x="2324320" y="597150"/>
                  <a:pt x="2324320" y="906845"/>
                </a:cubicBezTo>
                <a:lnTo>
                  <a:pt x="2323915" y="906845"/>
                </a:lnTo>
                <a:lnTo>
                  <a:pt x="2323915" y="1631754"/>
                </a:lnTo>
                <a:cubicBezTo>
                  <a:pt x="2323915" y="1799083"/>
                  <a:pt x="2205357" y="1938558"/>
                  <a:pt x="2047606" y="1970813"/>
                </a:cubicBezTo>
                <a:lnTo>
                  <a:pt x="1977929" y="1977830"/>
                </a:lnTo>
                <a:lnTo>
                  <a:pt x="1977731" y="1977830"/>
                </a:lnTo>
                <a:lnTo>
                  <a:pt x="1908055" y="1970813"/>
                </a:lnTo>
                <a:cubicBezTo>
                  <a:pt x="1750306" y="1938558"/>
                  <a:pt x="1631755" y="1799083"/>
                  <a:pt x="1631755" y="1631754"/>
                </a:cubicBezTo>
                <a:lnTo>
                  <a:pt x="1631755" y="906440"/>
                </a:lnTo>
                <a:cubicBezTo>
                  <a:pt x="1631755" y="597150"/>
                  <a:pt x="1381084" y="346085"/>
                  <a:pt x="1071389" y="346085"/>
                </a:cubicBezTo>
                <a:lnTo>
                  <a:pt x="346086" y="346085"/>
                </a:lnTo>
                <a:cubicBezTo>
                  <a:pt x="178747" y="346085"/>
                  <a:pt x="39279" y="227216"/>
                  <a:pt x="7027" y="69659"/>
                </a:cubicBezTo>
                <a:close/>
              </a:path>
            </a:pathLst>
          </a:custGeom>
          <a:gradFill>
            <a:gsLst>
              <a:gs pos="0">
                <a:srgbClr val="081A59"/>
              </a:gs>
              <a:gs pos="95000">
                <a:srgbClr val="02B6D4"/>
              </a:gs>
              <a:gs pos="100000">
                <a:srgbClr val="02B6D4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45650" lIns="91325" spcFirstLastPara="1" rIns="91325" wrap="square" tIns="456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9"/>
              <a:buFont typeface="Arial"/>
              <a:buNone/>
            </a:pPr>
            <a:r>
              <a:t/>
            </a:r>
            <a:endParaRPr b="0" i="0" sz="134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26"/>
          <p:cNvGrpSpPr/>
          <p:nvPr/>
        </p:nvGrpSpPr>
        <p:grpSpPr>
          <a:xfrm>
            <a:off x="419100" y="465525"/>
            <a:ext cx="1736572" cy="271478"/>
            <a:chOff x="4421503" y="465956"/>
            <a:chExt cx="1736572" cy="271729"/>
          </a:xfrm>
        </p:grpSpPr>
        <p:grpSp>
          <p:nvGrpSpPr>
            <p:cNvPr id="207" name="Google Shape;207;p26"/>
            <p:cNvGrpSpPr/>
            <p:nvPr/>
          </p:nvGrpSpPr>
          <p:grpSpPr>
            <a:xfrm>
              <a:off x="4421503" y="467183"/>
              <a:ext cx="427027" cy="212830"/>
              <a:chOff x="4421503" y="467183"/>
              <a:chExt cx="427027" cy="212830"/>
            </a:xfrm>
          </p:grpSpPr>
          <p:sp>
            <p:nvSpPr>
              <p:cNvPr id="208" name="Google Shape;208;p26"/>
              <p:cNvSpPr/>
              <p:nvPr/>
            </p:nvSpPr>
            <p:spPr>
              <a:xfrm>
                <a:off x="4472757" y="541289"/>
                <a:ext cx="87470" cy="87470"/>
              </a:xfrm>
              <a:custGeom>
                <a:rect b="b" l="l" r="r" t="t"/>
                <a:pathLst>
                  <a:path extrusionOk="0" h="87470" w="87470">
                    <a:moveTo>
                      <a:pt x="50948" y="0"/>
                    </a:moveTo>
                    <a:cubicBezTo>
                      <a:pt x="48409" y="5999"/>
                      <a:pt x="44754" y="11635"/>
                      <a:pt x="39620" y="16769"/>
                    </a:cubicBezTo>
                    <a:cubicBezTo>
                      <a:pt x="28320" y="28069"/>
                      <a:pt x="14481" y="32282"/>
                      <a:pt x="0" y="33035"/>
                    </a:cubicBezTo>
                    <a:lnTo>
                      <a:pt x="54435" y="87470"/>
                    </a:lnTo>
                    <a:cubicBezTo>
                      <a:pt x="55189" y="72990"/>
                      <a:pt x="59402" y="59151"/>
                      <a:pt x="70702" y="47851"/>
                    </a:cubicBezTo>
                    <a:cubicBezTo>
                      <a:pt x="75836" y="42717"/>
                      <a:pt x="81472" y="39062"/>
                      <a:pt x="87470" y="36523"/>
                    </a:cubicBezTo>
                    <a:cubicBezTo>
                      <a:pt x="70590" y="30301"/>
                      <a:pt x="57170" y="16908"/>
                      <a:pt x="50948" y="0"/>
                    </a:cubicBezTo>
                    <a:close/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6"/>
              <p:cNvSpPr/>
              <p:nvPr/>
            </p:nvSpPr>
            <p:spPr>
              <a:xfrm>
                <a:off x="4421503" y="574296"/>
                <a:ext cx="105717" cy="105717"/>
              </a:xfrm>
              <a:custGeom>
                <a:rect b="b" l="l" r="r" t="t"/>
                <a:pathLst>
                  <a:path extrusionOk="0" h="105717" w="105717">
                    <a:moveTo>
                      <a:pt x="90233" y="90233"/>
                    </a:moveTo>
                    <a:cubicBezTo>
                      <a:pt x="110880" y="69586"/>
                      <a:pt x="110880" y="36132"/>
                      <a:pt x="90233" y="15485"/>
                    </a:cubicBezTo>
                    <a:cubicBezTo>
                      <a:pt x="69586" y="-5162"/>
                      <a:pt x="36132" y="-5162"/>
                      <a:pt x="15485" y="15485"/>
                    </a:cubicBezTo>
                    <a:cubicBezTo>
                      <a:pt x="-5162" y="36132"/>
                      <a:pt x="-5162" y="69586"/>
                      <a:pt x="15485" y="90233"/>
                    </a:cubicBezTo>
                    <a:cubicBezTo>
                      <a:pt x="36132" y="110880"/>
                      <a:pt x="69586" y="110880"/>
                      <a:pt x="90233" y="90233"/>
                    </a:cubicBezTo>
                  </a:path>
                </a:pathLst>
              </a:custGeom>
              <a:solidFill>
                <a:srgbClr val="FF83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26"/>
              <p:cNvSpPr/>
              <p:nvPr/>
            </p:nvSpPr>
            <p:spPr>
              <a:xfrm>
                <a:off x="4528587" y="467183"/>
                <a:ext cx="105717" cy="105717"/>
              </a:xfrm>
              <a:custGeom>
                <a:rect b="b" l="l" r="r" t="t"/>
                <a:pathLst>
                  <a:path extrusionOk="0" h="105717" w="105717">
                    <a:moveTo>
                      <a:pt x="90233" y="15485"/>
                    </a:moveTo>
                    <a:cubicBezTo>
                      <a:pt x="110880" y="36132"/>
                      <a:pt x="110880" y="69586"/>
                      <a:pt x="90233" y="90233"/>
                    </a:cubicBezTo>
                    <a:cubicBezTo>
                      <a:pt x="69586" y="110880"/>
                      <a:pt x="36132" y="110880"/>
                      <a:pt x="15485" y="90233"/>
                    </a:cubicBezTo>
                    <a:cubicBezTo>
                      <a:pt x="-5162" y="69586"/>
                      <a:pt x="-5162" y="36132"/>
                      <a:pt x="15485" y="15485"/>
                    </a:cubicBezTo>
                    <a:cubicBezTo>
                      <a:pt x="36132" y="-5162"/>
                      <a:pt x="69586" y="-5162"/>
                      <a:pt x="90233" y="15485"/>
                    </a:cubicBezTo>
                  </a:path>
                </a:pathLst>
              </a:custGeom>
              <a:solidFill>
                <a:srgbClr val="54565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26"/>
              <p:cNvSpPr/>
              <p:nvPr/>
            </p:nvSpPr>
            <p:spPr>
              <a:xfrm>
                <a:off x="4709806" y="467183"/>
                <a:ext cx="138724" cy="138724"/>
              </a:xfrm>
              <a:custGeom>
                <a:rect b="b" l="l" r="r" t="t"/>
                <a:pathLst>
                  <a:path extrusionOk="0" h="138724" w="138724">
                    <a:moveTo>
                      <a:pt x="123240" y="15485"/>
                    </a:moveTo>
                    <a:cubicBezTo>
                      <a:pt x="102593" y="-5162"/>
                      <a:pt x="69139" y="-5162"/>
                      <a:pt x="48492" y="15485"/>
                    </a:cubicBezTo>
                    <a:cubicBezTo>
                      <a:pt x="38587" y="25390"/>
                      <a:pt x="33426" y="38280"/>
                      <a:pt x="33063" y="51255"/>
                    </a:cubicBezTo>
                    <a:lnTo>
                      <a:pt x="33063" y="51255"/>
                    </a:lnTo>
                    <a:cubicBezTo>
                      <a:pt x="32310" y="65735"/>
                      <a:pt x="28097" y="79574"/>
                      <a:pt x="16797" y="90874"/>
                    </a:cubicBezTo>
                    <a:cubicBezTo>
                      <a:pt x="11663" y="96008"/>
                      <a:pt x="5999" y="99663"/>
                      <a:pt x="0" y="102202"/>
                    </a:cubicBezTo>
                    <a:cubicBezTo>
                      <a:pt x="16908" y="108424"/>
                      <a:pt x="30329" y="121845"/>
                      <a:pt x="36523" y="138725"/>
                    </a:cubicBezTo>
                    <a:cubicBezTo>
                      <a:pt x="39062" y="132726"/>
                      <a:pt x="42745" y="127062"/>
                      <a:pt x="47851" y="121928"/>
                    </a:cubicBezTo>
                    <a:cubicBezTo>
                      <a:pt x="59151" y="110628"/>
                      <a:pt x="72990" y="106415"/>
                      <a:pt x="87470" y="105662"/>
                    </a:cubicBezTo>
                    <a:lnTo>
                      <a:pt x="87470" y="105662"/>
                    </a:lnTo>
                    <a:cubicBezTo>
                      <a:pt x="100472" y="105271"/>
                      <a:pt x="113335" y="100110"/>
                      <a:pt x="123240" y="90205"/>
                    </a:cubicBezTo>
                    <a:cubicBezTo>
                      <a:pt x="143887" y="69558"/>
                      <a:pt x="143887" y="36104"/>
                      <a:pt x="123240" y="15457"/>
                    </a:cubicBezTo>
                    <a:close/>
                    <a:moveTo>
                      <a:pt x="104964" y="71957"/>
                    </a:moveTo>
                    <a:cubicBezTo>
                      <a:pt x="99859" y="77063"/>
                      <a:pt x="93079" y="79881"/>
                      <a:pt x="85852" y="79881"/>
                    </a:cubicBezTo>
                    <a:cubicBezTo>
                      <a:pt x="78626" y="79881"/>
                      <a:pt x="71846" y="77063"/>
                      <a:pt x="66740" y="71957"/>
                    </a:cubicBezTo>
                    <a:cubicBezTo>
                      <a:pt x="56193" y="61411"/>
                      <a:pt x="56193" y="44279"/>
                      <a:pt x="66740" y="33733"/>
                    </a:cubicBezTo>
                    <a:cubicBezTo>
                      <a:pt x="71846" y="28627"/>
                      <a:pt x="78626" y="25809"/>
                      <a:pt x="85852" y="25809"/>
                    </a:cubicBezTo>
                    <a:cubicBezTo>
                      <a:pt x="93079" y="25809"/>
                      <a:pt x="99859" y="28627"/>
                      <a:pt x="104964" y="33733"/>
                    </a:cubicBezTo>
                    <a:cubicBezTo>
                      <a:pt x="110070" y="38839"/>
                      <a:pt x="112888" y="45619"/>
                      <a:pt x="112888" y="52845"/>
                    </a:cubicBezTo>
                    <a:cubicBezTo>
                      <a:pt x="112888" y="60071"/>
                      <a:pt x="110070" y="66851"/>
                      <a:pt x="104964" y="71957"/>
                    </a:cubicBezTo>
                    <a:close/>
                  </a:path>
                </a:pathLst>
              </a:custGeom>
              <a:solidFill>
                <a:srgbClr val="00A6C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26"/>
              <p:cNvSpPr/>
              <p:nvPr/>
            </p:nvSpPr>
            <p:spPr>
              <a:xfrm>
                <a:off x="4635700" y="574296"/>
                <a:ext cx="105717" cy="105717"/>
              </a:xfrm>
              <a:custGeom>
                <a:rect b="b" l="l" r="r" t="t"/>
                <a:pathLst>
                  <a:path extrusionOk="0" h="105717" w="105717">
                    <a:moveTo>
                      <a:pt x="90233" y="15485"/>
                    </a:moveTo>
                    <a:cubicBezTo>
                      <a:pt x="110880" y="36132"/>
                      <a:pt x="110880" y="69586"/>
                      <a:pt x="90233" y="90233"/>
                    </a:cubicBezTo>
                    <a:cubicBezTo>
                      <a:pt x="69586" y="110880"/>
                      <a:pt x="36132" y="110880"/>
                      <a:pt x="15485" y="90233"/>
                    </a:cubicBezTo>
                    <a:cubicBezTo>
                      <a:pt x="-5162" y="69586"/>
                      <a:pt x="-5162" y="36132"/>
                      <a:pt x="15485" y="15485"/>
                    </a:cubicBezTo>
                    <a:cubicBezTo>
                      <a:pt x="36132" y="-5162"/>
                      <a:pt x="69586" y="-5162"/>
                      <a:pt x="90233" y="15485"/>
                    </a:cubicBezTo>
                  </a:path>
                </a:pathLst>
              </a:custGeom>
              <a:solidFill>
                <a:srgbClr val="54565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6"/>
              <p:cNvSpPr/>
              <p:nvPr/>
            </p:nvSpPr>
            <p:spPr>
              <a:xfrm>
                <a:off x="4579842" y="518438"/>
                <a:ext cx="110321" cy="110321"/>
              </a:xfrm>
              <a:custGeom>
                <a:rect b="b" l="l" r="r" t="t"/>
                <a:pathLst>
                  <a:path extrusionOk="0" h="110321" w="110321">
                    <a:moveTo>
                      <a:pt x="70702" y="39620"/>
                    </a:moveTo>
                    <a:cubicBezTo>
                      <a:pt x="59402" y="28320"/>
                      <a:pt x="55189" y="14481"/>
                      <a:pt x="54435" y="0"/>
                    </a:cubicBezTo>
                    <a:lnTo>
                      <a:pt x="0" y="54435"/>
                    </a:lnTo>
                    <a:cubicBezTo>
                      <a:pt x="14481" y="55189"/>
                      <a:pt x="28320" y="59402"/>
                      <a:pt x="39620" y="70702"/>
                    </a:cubicBezTo>
                    <a:cubicBezTo>
                      <a:pt x="50920" y="82002"/>
                      <a:pt x="55133" y="95841"/>
                      <a:pt x="55886" y="110321"/>
                    </a:cubicBezTo>
                    <a:lnTo>
                      <a:pt x="110322" y="55886"/>
                    </a:lnTo>
                    <a:cubicBezTo>
                      <a:pt x="95841" y="55133"/>
                      <a:pt x="82002" y="50920"/>
                      <a:pt x="70702" y="39620"/>
                    </a:cubicBezTo>
                  </a:path>
                </a:pathLst>
              </a:custGeom>
              <a:solidFill>
                <a:srgbClr val="54565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99"/>
                  <a:buFont typeface="Arial"/>
                  <a:buNone/>
                </a:pPr>
                <a:r>
                  <a:t/>
                </a:r>
                <a:endParaRPr b="0" i="0" sz="13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4" name="Google Shape;214;p26"/>
            <p:cNvSpPr/>
            <p:nvPr/>
          </p:nvSpPr>
          <p:spPr>
            <a:xfrm>
              <a:off x="5263897" y="465956"/>
              <a:ext cx="72347" cy="214755"/>
            </a:xfrm>
            <a:custGeom>
              <a:rect b="b" l="l" r="r" t="t"/>
              <a:pathLst>
                <a:path extrusionOk="0" h="214755" w="72347">
                  <a:moveTo>
                    <a:pt x="43582" y="214756"/>
                  </a:moveTo>
                  <a:cubicBezTo>
                    <a:pt x="16713" y="214756"/>
                    <a:pt x="0" y="198378"/>
                    <a:pt x="0" y="172011"/>
                  </a:cubicBezTo>
                  <a:lnTo>
                    <a:pt x="0" y="11300"/>
                  </a:lnTo>
                  <a:cubicBezTo>
                    <a:pt x="0" y="4966"/>
                    <a:pt x="4855" y="0"/>
                    <a:pt x="11021" y="0"/>
                  </a:cubicBezTo>
                  <a:cubicBezTo>
                    <a:pt x="17187" y="0"/>
                    <a:pt x="22321" y="4966"/>
                    <a:pt x="22321" y="11300"/>
                  </a:cubicBezTo>
                  <a:lnTo>
                    <a:pt x="22321" y="65875"/>
                  </a:lnTo>
                  <a:lnTo>
                    <a:pt x="61606" y="65875"/>
                  </a:lnTo>
                  <a:cubicBezTo>
                    <a:pt x="67326" y="65875"/>
                    <a:pt x="72348" y="70897"/>
                    <a:pt x="72348" y="76617"/>
                  </a:cubicBezTo>
                  <a:cubicBezTo>
                    <a:pt x="72348" y="82337"/>
                    <a:pt x="67437" y="87108"/>
                    <a:pt x="61606" y="87108"/>
                  </a:cubicBezTo>
                  <a:lnTo>
                    <a:pt x="22321" y="87108"/>
                  </a:lnTo>
                  <a:lnTo>
                    <a:pt x="22321" y="170644"/>
                  </a:lnTo>
                  <a:cubicBezTo>
                    <a:pt x="22321" y="186073"/>
                    <a:pt x="29771" y="193244"/>
                    <a:pt x="45758" y="193244"/>
                  </a:cubicBezTo>
                  <a:cubicBezTo>
                    <a:pt x="51673" y="193244"/>
                    <a:pt x="55300" y="192100"/>
                    <a:pt x="57728" y="191347"/>
                  </a:cubicBezTo>
                  <a:cubicBezTo>
                    <a:pt x="59206" y="190872"/>
                    <a:pt x="60350" y="190510"/>
                    <a:pt x="61634" y="190510"/>
                  </a:cubicBezTo>
                  <a:cubicBezTo>
                    <a:pt x="67214" y="190510"/>
                    <a:pt x="72125" y="195420"/>
                    <a:pt x="72125" y="201001"/>
                  </a:cubicBezTo>
                  <a:cubicBezTo>
                    <a:pt x="72125" y="205465"/>
                    <a:pt x="69502" y="209064"/>
                    <a:pt x="64954" y="210878"/>
                  </a:cubicBezTo>
                  <a:cubicBezTo>
                    <a:pt x="59709" y="212719"/>
                    <a:pt x="52733" y="214756"/>
                    <a:pt x="43610" y="214756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5364843" y="526780"/>
              <a:ext cx="113641" cy="153931"/>
            </a:xfrm>
            <a:custGeom>
              <a:rect b="b" l="l" r="r" t="t"/>
              <a:pathLst>
                <a:path extrusionOk="0" h="153931" w="113641">
                  <a:moveTo>
                    <a:pt x="61048" y="153931"/>
                  </a:moveTo>
                  <a:cubicBezTo>
                    <a:pt x="41880" y="153931"/>
                    <a:pt x="19559" y="146509"/>
                    <a:pt x="4241" y="134986"/>
                  </a:cubicBezTo>
                  <a:cubicBezTo>
                    <a:pt x="2204" y="133452"/>
                    <a:pt x="0" y="130048"/>
                    <a:pt x="0" y="126225"/>
                  </a:cubicBezTo>
                  <a:cubicBezTo>
                    <a:pt x="0" y="120254"/>
                    <a:pt x="5050" y="115204"/>
                    <a:pt x="11021" y="115204"/>
                  </a:cubicBezTo>
                  <a:cubicBezTo>
                    <a:pt x="13588" y="115204"/>
                    <a:pt x="16183" y="116041"/>
                    <a:pt x="18080" y="117464"/>
                  </a:cubicBezTo>
                  <a:cubicBezTo>
                    <a:pt x="32086" y="127509"/>
                    <a:pt x="46456" y="132419"/>
                    <a:pt x="61885" y="132419"/>
                  </a:cubicBezTo>
                  <a:cubicBezTo>
                    <a:pt x="79072" y="132419"/>
                    <a:pt x="91042" y="123351"/>
                    <a:pt x="91042" y="110349"/>
                  </a:cubicBezTo>
                  <a:lnTo>
                    <a:pt x="91042" y="109791"/>
                  </a:lnTo>
                  <a:cubicBezTo>
                    <a:pt x="91042" y="97933"/>
                    <a:pt x="79212" y="92353"/>
                    <a:pt x="57393" y="86187"/>
                  </a:cubicBezTo>
                  <a:lnTo>
                    <a:pt x="56835" y="86020"/>
                  </a:lnTo>
                  <a:lnTo>
                    <a:pt x="56193" y="85824"/>
                  </a:lnTo>
                  <a:cubicBezTo>
                    <a:pt x="33956" y="79407"/>
                    <a:pt x="6278" y="71399"/>
                    <a:pt x="6278" y="43582"/>
                  </a:cubicBezTo>
                  <a:lnTo>
                    <a:pt x="6278" y="43024"/>
                  </a:lnTo>
                  <a:cubicBezTo>
                    <a:pt x="6278" y="18108"/>
                    <a:pt x="27483" y="0"/>
                    <a:pt x="56667" y="0"/>
                  </a:cubicBezTo>
                  <a:cubicBezTo>
                    <a:pt x="72097" y="0"/>
                    <a:pt x="89368" y="4799"/>
                    <a:pt x="104016" y="13169"/>
                  </a:cubicBezTo>
                  <a:lnTo>
                    <a:pt x="104267" y="13337"/>
                  </a:lnTo>
                  <a:cubicBezTo>
                    <a:pt x="107838" y="15708"/>
                    <a:pt x="109819" y="19168"/>
                    <a:pt x="109819" y="23074"/>
                  </a:cubicBezTo>
                  <a:cubicBezTo>
                    <a:pt x="109819" y="29045"/>
                    <a:pt x="104769" y="34095"/>
                    <a:pt x="98798" y="34095"/>
                  </a:cubicBezTo>
                  <a:cubicBezTo>
                    <a:pt x="96594" y="34095"/>
                    <a:pt x="94362" y="33454"/>
                    <a:pt x="92604" y="32338"/>
                  </a:cubicBezTo>
                  <a:cubicBezTo>
                    <a:pt x="80607" y="25251"/>
                    <a:pt x="67995" y="21512"/>
                    <a:pt x="56137" y="21512"/>
                  </a:cubicBezTo>
                  <a:cubicBezTo>
                    <a:pt x="40094" y="21512"/>
                    <a:pt x="28878" y="29687"/>
                    <a:pt x="28878" y="41378"/>
                  </a:cubicBezTo>
                  <a:lnTo>
                    <a:pt x="28878" y="41936"/>
                  </a:lnTo>
                  <a:cubicBezTo>
                    <a:pt x="28878" y="53570"/>
                    <a:pt x="43637" y="58732"/>
                    <a:pt x="64452" y="64703"/>
                  </a:cubicBezTo>
                  <a:cubicBezTo>
                    <a:pt x="82867" y="69865"/>
                    <a:pt x="113642" y="78514"/>
                    <a:pt x="113642" y="108089"/>
                  </a:cubicBezTo>
                  <a:lnTo>
                    <a:pt x="113642" y="108647"/>
                  </a:lnTo>
                  <a:cubicBezTo>
                    <a:pt x="113642" y="134847"/>
                    <a:pt x="91516" y="153847"/>
                    <a:pt x="61048" y="153847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5515845" y="465956"/>
              <a:ext cx="22320" cy="213109"/>
            </a:xfrm>
            <a:custGeom>
              <a:rect b="b" l="l" r="r" t="t"/>
              <a:pathLst>
                <a:path extrusionOk="0" h="213109" w="22320">
                  <a:moveTo>
                    <a:pt x="11300" y="213110"/>
                  </a:moveTo>
                  <a:cubicBezTo>
                    <a:pt x="4855" y="213110"/>
                    <a:pt x="0" y="208255"/>
                    <a:pt x="0" y="201810"/>
                  </a:cubicBezTo>
                  <a:lnTo>
                    <a:pt x="0" y="11300"/>
                  </a:lnTo>
                  <a:cubicBezTo>
                    <a:pt x="0" y="4966"/>
                    <a:pt x="4855" y="0"/>
                    <a:pt x="11021" y="0"/>
                  </a:cubicBezTo>
                  <a:cubicBezTo>
                    <a:pt x="17187" y="0"/>
                    <a:pt x="22321" y="4966"/>
                    <a:pt x="22321" y="11300"/>
                  </a:cubicBezTo>
                  <a:lnTo>
                    <a:pt x="22321" y="201810"/>
                  </a:lnTo>
                  <a:cubicBezTo>
                    <a:pt x="22321" y="208366"/>
                    <a:pt x="17689" y="213110"/>
                    <a:pt x="11300" y="213110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5661964" y="526306"/>
              <a:ext cx="152229" cy="154963"/>
            </a:xfrm>
            <a:custGeom>
              <a:rect b="b" l="l" r="r" t="t"/>
              <a:pathLst>
                <a:path extrusionOk="0" h="154963" w="152229">
                  <a:moveTo>
                    <a:pt x="75836" y="154963"/>
                  </a:moveTo>
                  <a:cubicBezTo>
                    <a:pt x="33314" y="154963"/>
                    <a:pt x="0" y="121175"/>
                    <a:pt x="0" y="78040"/>
                  </a:cubicBezTo>
                  <a:lnTo>
                    <a:pt x="0" y="77482"/>
                  </a:lnTo>
                  <a:cubicBezTo>
                    <a:pt x="0" y="34040"/>
                    <a:pt x="33537" y="0"/>
                    <a:pt x="76394" y="0"/>
                  </a:cubicBezTo>
                  <a:cubicBezTo>
                    <a:pt x="119250" y="0"/>
                    <a:pt x="152229" y="33788"/>
                    <a:pt x="152229" y="76924"/>
                  </a:cubicBezTo>
                  <a:lnTo>
                    <a:pt x="152229" y="77482"/>
                  </a:lnTo>
                  <a:cubicBezTo>
                    <a:pt x="152229" y="120924"/>
                    <a:pt x="118692" y="154963"/>
                    <a:pt x="75836" y="154963"/>
                  </a:cubicBezTo>
                  <a:close/>
                  <a:moveTo>
                    <a:pt x="75836" y="21512"/>
                  </a:moveTo>
                  <a:cubicBezTo>
                    <a:pt x="45953" y="21512"/>
                    <a:pt x="23409" y="45340"/>
                    <a:pt x="23409" y="76924"/>
                  </a:cubicBezTo>
                  <a:lnTo>
                    <a:pt x="23409" y="77482"/>
                  </a:lnTo>
                  <a:cubicBezTo>
                    <a:pt x="23409" y="108871"/>
                    <a:pt x="46679" y="133452"/>
                    <a:pt x="76366" y="133452"/>
                  </a:cubicBezTo>
                  <a:cubicBezTo>
                    <a:pt x="106053" y="133452"/>
                    <a:pt x="128792" y="109624"/>
                    <a:pt x="128792" y="78040"/>
                  </a:cubicBezTo>
                  <a:lnTo>
                    <a:pt x="128792" y="77482"/>
                  </a:lnTo>
                  <a:cubicBezTo>
                    <a:pt x="128792" y="46093"/>
                    <a:pt x="105523" y="21512"/>
                    <a:pt x="75836" y="21512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5085747" y="526306"/>
              <a:ext cx="139087" cy="154963"/>
            </a:xfrm>
            <a:custGeom>
              <a:rect b="b" l="l" r="r" t="t"/>
              <a:pathLst>
                <a:path extrusionOk="0" h="154963" w="139087">
                  <a:moveTo>
                    <a:pt x="72822" y="154963"/>
                  </a:moveTo>
                  <a:cubicBezTo>
                    <a:pt x="31305" y="154963"/>
                    <a:pt x="0" y="121761"/>
                    <a:pt x="0" y="77761"/>
                  </a:cubicBezTo>
                  <a:lnTo>
                    <a:pt x="0" y="77203"/>
                  </a:lnTo>
                  <a:cubicBezTo>
                    <a:pt x="0" y="33900"/>
                    <a:pt x="31026" y="0"/>
                    <a:pt x="70646" y="0"/>
                  </a:cubicBezTo>
                  <a:cubicBezTo>
                    <a:pt x="110266" y="0"/>
                    <a:pt x="139088" y="32226"/>
                    <a:pt x="139088" y="76645"/>
                  </a:cubicBezTo>
                  <a:cubicBezTo>
                    <a:pt x="139088" y="82281"/>
                    <a:pt x="133842" y="87387"/>
                    <a:pt x="128067" y="87387"/>
                  </a:cubicBezTo>
                  <a:lnTo>
                    <a:pt x="51840" y="87387"/>
                  </a:lnTo>
                  <a:cubicBezTo>
                    <a:pt x="45646" y="87387"/>
                    <a:pt x="41182" y="83006"/>
                    <a:pt x="41182" y="76952"/>
                  </a:cubicBezTo>
                  <a:cubicBezTo>
                    <a:pt x="41182" y="70897"/>
                    <a:pt x="45758" y="66265"/>
                    <a:pt x="51840" y="66265"/>
                  </a:cubicBezTo>
                  <a:lnTo>
                    <a:pt x="115176" y="66265"/>
                  </a:lnTo>
                  <a:cubicBezTo>
                    <a:pt x="112219" y="44475"/>
                    <a:pt x="99049" y="21177"/>
                    <a:pt x="70088" y="21177"/>
                  </a:cubicBezTo>
                  <a:cubicBezTo>
                    <a:pt x="46456" y="21177"/>
                    <a:pt x="27455" y="40150"/>
                    <a:pt x="23604" y="66879"/>
                  </a:cubicBezTo>
                  <a:lnTo>
                    <a:pt x="23130" y="71343"/>
                  </a:lnTo>
                  <a:cubicBezTo>
                    <a:pt x="22600" y="76087"/>
                    <a:pt x="22656" y="80411"/>
                    <a:pt x="23270" y="84206"/>
                  </a:cubicBezTo>
                  <a:lnTo>
                    <a:pt x="23270" y="84485"/>
                  </a:lnTo>
                  <a:cubicBezTo>
                    <a:pt x="26116" y="113279"/>
                    <a:pt x="46707" y="133396"/>
                    <a:pt x="73352" y="133396"/>
                  </a:cubicBezTo>
                  <a:cubicBezTo>
                    <a:pt x="89507" y="133396"/>
                    <a:pt x="102844" y="127704"/>
                    <a:pt x="115344" y="115511"/>
                  </a:cubicBezTo>
                  <a:cubicBezTo>
                    <a:pt x="117436" y="113419"/>
                    <a:pt x="119975" y="112330"/>
                    <a:pt x="122849" y="112330"/>
                  </a:cubicBezTo>
                  <a:cubicBezTo>
                    <a:pt x="128932" y="112330"/>
                    <a:pt x="133870" y="117157"/>
                    <a:pt x="133870" y="123072"/>
                  </a:cubicBezTo>
                  <a:cubicBezTo>
                    <a:pt x="133870" y="125053"/>
                    <a:pt x="133256" y="127983"/>
                    <a:pt x="130382" y="130885"/>
                  </a:cubicBezTo>
                  <a:cubicBezTo>
                    <a:pt x="113558" y="147709"/>
                    <a:pt x="96343" y="154880"/>
                    <a:pt x="72822" y="154880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5842931" y="526334"/>
              <a:ext cx="147960" cy="211351"/>
            </a:xfrm>
            <a:custGeom>
              <a:rect b="b" l="l" r="r" t="t"/>
              <a:pathLst>
                <a:path extrusionOk="0" h="211351" w="147960">
                  <a:moveTo>
                    <a:pt x="11300" y="211324"/>
                  </a:moveTo>
                  <a:cubicBezTo>
                    <a:pt x="4855" y="211324"/>
                    <a:pt x="0" y="206469"/>
                    <a:pt x="0" y="200024"/>
                  </a:cubicBezTo>
                  <a:lnTo>
                    <a:pt x="0" y="70479"/>
                  </a:lnTo>
                  <a:cubicBezTo>
                    <a:pt x="0" y="27650"/>
                    <a:pt x="32979" y="0"/>
                    <a:pt x="72125" y="0"/>
                  </a:cubicBezTo>
                  <a:cubicBezTo>
                    <a:pt x="114646" y="0"/>
                    <a:pt x="147960" y="33788"/>
                    <a:pt x="147960" y="76924"/>
                  </a:cubicBezTo>
                  <a:lnTo>
                    <a:pt x="147960" y="77482"/>
                  </a:lnTo>
                  <a:cubicBezTo>
                    <a:pt x="147960" y="120924"/>
                    <a:pt x="114423" y="154963"/>
                    <a:pt x="71567" y="154963"/>
                  </a:cubicBezTo>
                  <a:cubicBezTo>
                    <a:pt x="52231" y="154963"/>
                    <a:pt x="35128" y="148044"/>
                    <a:pt x="22321" y="135237"/>
                  </a:cubicBezTo>
                  <a:lnTo>
                    <a:pt x="22321" y="200052"/>
                  </a:lnTo>
                  <a:cubicBezTo>
                    <a:pt x="22321" y="206609"/>
                    <a:pt x="17689" y="211352"/>
                    <a:pt x="11300" y="211352"/>
                  </a:cubicBezTo>
                  <a:close/>
                  <a:moveTo>
                    <a:pt x="22321" y="83983"/>
                  </a:moveTo>
                  <a:cubicBezTo>
                    <a:pt x="24972" y="112191"/>
                    <a:pt x="43861" y="132029"/>
                    <a:pt x="69362" y="133340"/>
                  </a:cubicBezTo>
                  <a:cubicBezTo>
                    <a:pt x="70283" y="133396"/>
                    <a:pt x="71204" y="133424"/>
                    <a:pt x="72125" y="133424"/>
                  </a:cubicBezTo>
                  <a:cubicBezTo>
                    <a:pt x="81360" y="133424"/>
                    <a:pt x="89870" y="131192"/>
                    <a:pt x="97375" y="126755"/>
                  </a:cubicBezTo>
                  <a:cubicBezTo>
                    <a:pt x="98101" y="126337"/>
                    <a:pt x="98798" y="125890"/>
                    <a:pt x="99496" y="125444"/>
                  </a:cubicBezTo>
                  <a:cubicBezTo>
                    <a:pt x="105746" y="121315"/>
                    <a:pt x="110907" y="115818"/>
                    <a:pt x="114897" y="109094"/>
                  </a:cubicBezTo>
                  <a:cubicBezTo>
                    <a:pt x="115344" y="108368"/>
                    <a:pt x="115762" y="107615"/>
                    <a:pt x="116153" y="106834"/>
                  </a:cubicBezTo>
                  <a:cubicBezTo>
                    <a:pt x="116962" y="105327"/>
                    <a:pt x="117715" y="103737"/>
                    <a:pt x="118385" y="102119"/>
                  </a:cubicBezTo>
                  <a:cubicBezTo>
                    <a:pt x="121510" y="94641"/>
                    <a:pt x="123100" y="86522"/>
                    <a:pt x="123100" y="77984"/>
                  </a:cubicBezTo>
                  <a:lnTo>
                    <a:pt x="123100" y="77426"/>
                  </a:lnTo>
                  <a:cubicBezTo>
                    <a:pt x="123100" y="70674"/>
                    <a:pt x="122068" y="64117"/>
                    <a:pt x="120059" y="57923"/>
                  </a:cubicBezTo>
                  <a:cubicBezTo>
                    <a:pt x="119501" y="56221"/>
                    <a:pt x="118859" y="54519"/>
                    <a:pt x="118162" y="52873"/>
                  </a:cubicBezTo>
                  <a:cubicBezTo>
                    <a:pt x="117464" y="51255"/>
                    <a:pt x="116683" y="49664"/>
                    <a:pt x="115846" y="48102"/>
                  </a:cubicBezTo>
                  <a:cubicBezTo>
                    <a:pt x="111214" y="39648"/>
                    <a:pt x="104574" y="32728"/>
                    <a:pt x="96594" y="28097"/>
                  </a:cubicBezTo>
                  <a:cubicBezTo>
                    <a:pt x="95869" y="27678"/>
                    <a:pt x="95115" y="27260"/>
                    <a:pt x="94362" y="26869"/>
                  </a:cubicBezTo>
                  <a:cubicBezTo>
                    <a:pt x="92883" y="26116"/>
                    <a:pt x="91321" y="25390"/>
                    <a:pt x="89702" y="24776"/>
                  </a:cubicBezTo>
                  <a:cubicBezTo>
                    <a:pt x="86494" y="23521"/>
                    <a:pt x="83118" y="22628"/>
                    <a:pt x="79658" y="22070"/>
                  </a:cubicBezTo>
                  <a:cubicBezTo>
                    <a:pt x="77900" y="21791"/>
                    <a:pt x="76087" y="21596"/>
                    <a:pt x="74273" y="21512"/>
                  </a:cubicBezTo>
                  <a:cubicBezTo>
                    <a:pt x="73352" y="21456"/>
                    <a:pt x="72432" y="21428"/>
                    <a:pt x="71511" y="21428"/>
                  </a:cubicBezTo>
                  <a:cubicBezTo>
                    <a:pt x="44558" y="21428"/>
                    <a:pt x="24804" y="41350"/>
                    <a:pt x="22237" y="70423"/>
                  </a:cubicBezTo>
                  <a:lnTo>
                    <a:pt x="22265" y="70423"/>
                  </a:lnTo>
                  <a:lnTo>
                    <a:pt x="22265" y="83927"/>
                  </a:ln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5555618" y="528098"/>
              <a:ext cx="91725" cy="151162"/>
            </a:xfrm>
            <a:custGeom>
              <a:rect b="b" l="l" r="r" t="t"/>
              <a:pathLst>
                <a:path extrusionOk="0" h="151162" w="91725">
                  <a:moveTo>
                    <a:pt x="80509" y="151162"/>
                  </a:moveTo>
                  <a:cubicBezTo>
                    <a:pt x="77495" y="151162"/>
                    <a:pt x="74650" y="149990"/>
                    <a:pt x="72529" y="147814"/>
                  </a:cubicBezTo>
                  <a:lnTo>
                    <a:pt x="3250" y="77642"/>
                  </a:lnTo>
                  <a:cubicBezTo>
                    <a:pt x="-823" y="73513"/>
                    <a:pt x="-1102" y="67040"/>
                    <a:pt x="2609" y="62576"/>
                  </a:cubicBezTo>
                  <a:lnTo>
                    <a:pt x="2999" y="62157"/>
                  </a:lnTo>
                  <a:lnTo>
                    <a:pt x="66084" y="3788"/>
                  </a:lnTo>
                  <a:cubicBezTo>
                    <a:pt x="67981" y="1639"/>
                    <a:pt x="70604" y="300"/>
                    <a:pt x="73478" y="49"/>
                  </a:cubicBezTo>
                  <a:cubicBezTo>
                    <a:pt x="76463" y="-230"/>
                    <a:pt x="79365" y="691"/>
                    <a:pt x="81681" y="2588"/>
                  </a:cubicBezTo>
                  <a:cubicBezTo>
                    <a:pt x="86424" y="6550"/>
                    <a:pt x="87066" y="13637"/>
                    <a:pt x="83131" y="18380"/>
                  </a:cubicBezTo>
                  <a:lnTo>
                    <a:pt x="82713" y="18827"/>
                  </a:lnTo>
                  <a:lnTo>
                    <a:pt x="26799" y="69523"/>
                  </a:lnTo>
                  <a:lnTo>
                    <a:pt x="88489" y="132022"/>
                  </a:lnTo>
                  <a:cubicBezTo>
                    <a:pt x="90581" y="134142"/>
                    <a:pt x="91753" y="136988"/>
                    <a:pt x="91725" y="139974"/>
                  </a:cubicBezTo>
                  <a:cubicBezTo>
                    <a:pt x="91725" y="142959"/>
                    <a:pt x="90525" y="145777"/>
                    <a:pt x="88377" y="147898"/>
                  </a:cubicBezTo>
                  <a:cubicBezTo>
                    <a:pt x="86284" y="149990"/>
                    <a:pt x="83466" y="151134"/>
                    <a:pt x="80509" y="151134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4927408" y="526836"/>
              <a:ext cx="125639" cy="154433"/>
            </a:xfrm>
            <a:custGeom>
              <a:rect b="b" l="l" r="r" t="t"/>
              <a:pathLst>
                <a:path extrusionOk="0" h="154433" w="125639">
                  <a:moveTo>
                    <a:pt x="114562" y="154433"/>
                  </a:moveTo>
                  <a:cubicBezTo>
                    <a:pt x="108089" y="154433"/>
                    <a:pt x="103179" y="149551"/>
                    <a:pt x="103179" y="143050"/>
                  </a:cubicBezTo>
                  <a:lnTo>
                    <a:pt x="103179" y="65066"/>
                  </a:lnTo>
                  <a:cubicBezTo>
                    <a:pt x="103179" y="37722"/>
                    <a:pt x="88112" y="21400"/>
                    <a:pt x="62834" y="21400"/>
                  </a:cubicBezTo>
                  <a:cubicBezTo>
                    <a:pt x="37555" y="21400"/>
                    <a:pt x="22488" y="37722"/>
                    <a:pt x="22488" y="65066"/>
                  </a:cubicBezTo>
                  <a:lnTo>
                    <a:pt x="22488" y="143050"/>
                  </a:lnTo>
                  <a:cubicBezTo>
                    <a:pt x="22488" y="149523"/>
                    <a:pt x="17606" y="154433"/>
                    <a:pt x="11105" y="154433"/>
                  </a:cubicBezTo>
                  <a:cubicBezTo>
                    <a:pt x="4604" y="154433"/>
                    <a:pt x="0" y="149662"/>
                    <a:pt x="0" y="143050"/>
                  </a:cubicBezTo>
                  <a:lnTo>
                    <a:pt x="0" y="62555"/>
                  </a:lnTo>
                  <a:cubicBezTo>
                    <a:pt x="0" y="24553"/>
                    <a:pt x="23911" y="0"/>
                    <a:pt x="60880" y="0"/>
                  </a:cubicBezTo>
                  <a:lnTo>
                    <a:pt x="64759" y="0"/>
                  </a:lnTo>
                  <a:cubicBezTo>
                    <a:pt x="101756" y="0"/>
                    <a:pt x="125639" y="24553"/>
                    <a:pt x="125639" y="62555"/>
                  </a:cubicBezTo>
                  <a:lnTo>
                    <a:pt x="125639" y="143050"/>
                  </a:lnTo>
                  <a:cubicBezTo>
                    <a:pt x="125639" y="149634"/>
                    <a:pt x="120980" y="154433"/>
                    <a:pt x="114535" y="154433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6018988" y="526306"/>
              <a:ext cx="139087" cy="154963"/>
            </a:xfrm>
            <a:custGeom>
              <a:rect b="b" l="l" r="r" t="t"/>
              <a:pathLst>
                <a:path extrusionOk="0" h="154963" w="139087">
                  <a:moveTo>
                    <a:pt x="72822" y="154963"/>
                  </a:moveTo>
                  <a:cubicBezTo>
                    <a:pt x="31305" y="154963"/>
                    <a:pt x="0" y="121761"/>
                    <a:pt x="0" y="77761"/>
                  </a:cubicBezTo>
                  <a:lnTo>
                    <a:pt x="0" y="77203"/>
                  </a:lnTo>
                  <a:cubicBezTo>
                    <a:pt x="0" y="33900"/>
                    <a:pt x="31026" y="0"/>
                    <a:pt x="70646" y="0"/>
                  </a:cubicBezTo>
                  <a:cubicBezTo>
                    <a:pt x="110266" y="0"/>
                    <a:pt x="139088" y="32226"/>
                    <a:pt x="139088" y="76645"/>
                  </a:cubicBezTo>
                  <a:cubicBezTo>
                    <a:pt x="139088" y="82364"/>
                    <a:pt x="133926" y="87387"/>
                    <a:pt x="128067" y="87387"/>
                  </a:cubicBezTo>
                  <a:lnTo>
                    <a:pt x="51841" y="87387"/>
                  </a:lnTo>
                  <a:cubicBezTo>
                    <a:pt x="45646" y="87387"/>
                    <a:pt x="41154" y="83006"/>
                    <a:pt x="41154" y="76952"/>
                  </a:cubicBezTo>
                  <a:cubicBezTo>
                    <a:pt x="41154" y="70897"/>
                    <a:pt x="45730" y="66265"/>
                    <a:pt x="51841" y="66265"/>
                  </a:cubicBezTo>
                  <a:lnTo>
                    <a:pt x="115176" y="66265"/>
                  </a:lnTo>
                  <a:cubicBezTo>
                    <a:pt x="112219" y="44475"/>
                    <a:pt x="99049" y="21177"/>
                    <a:pt x="70088" y="21177"/>
                  </a:cubicBezTo>
                  <a:cubicBezTo>
                    <a:pt x="46428" y="21177"/>
                    <a:pt x="27427" y="40178"/>
                    <a:pt x="23605" y="66935"/>
                  </a:cubicBezTo>
                  <a:lnTo>
                    <a:pt x="23130" y="71343"/>
                  </a:lnTo>
                  <a:cubicBezTo>
                    <a:pt x="22600" y="76087"/>
                    <a:pt x="22656" y="80411"/>
                    <a:pt x="23270" y="84206"/>
                  </a:cubicBezTo>
                  <a:lnTo>
                    <a:pt x="23270" y="84485"/>
                  </a:lnTo>
                  <a:cubicBezTo>
                    <a:pt x="26116" y="113279"/>
                    <a:pt x="46707" y="133396"/>
                    <a:pt x="73352" y="133396"/>
                  </a:cubicBezTo>
                  <a:cubicBezTo>
                    <a:pt x="89507" y="133396"/>
                    <a:pt x="102844" y="127704"/>
                    <a:pt x="115344" y="115511"/>
                  </a:cubicBezTo>
                  <a:cubicBezTo>
                    <a:pt x="117436" y="113419"/>
                    <a:pt x="119975" y="112330"/>
                    <a:pt x="122849" y="112330"/>
                  </a:cubicBezTo>
                  <a:cubicBezTo>
                    <a:pt x="128932" y="112330"/>
                    <a:pt x="133870" y="117157"/>
                    <a:pt x="133870" y="123072"/>
                  </a:cubicBezTo>
                  <a:cubicBezTo>
                    <a:pt x="133870" y="125025"/>
                    <a:pt x="133256" y="127983"/>
                    <a:pt x="130383" y="130885"/>
                  </a:cubicBezTo>
                  <a:cubicBezTo>
                    <a:pt x="113558" y="147709"/>
                    <a:pt x="96343" y="154880"/>
                    <a:pt x="72822" y="154880"/>
                  </a:cubicBezTo>
                  <a:close/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26"/>
          <p:cNvSpPr txBox="1"/>
          <p:nvPr>
            <p:ph type="ctrTitle"/>
          </p:nvPr>
        </p:nvSpPr>
        <p:spPr>
          <a:xfrm>
            <a:off x="419101" y="2125825"/>
            <a:ext cx="3842345" cy="12453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995"/>
              <a:buFont typeface="Arial"/>
              <a:buNone/>
              <a:defRPr sz="5995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6"/>
          <p:cNvSpPr txBox="1"/>
          <p:nvPr>
            <p:ph idx="1" type="body"/>
          </p:nvPr>
        </p:nvSpPr>
        <p:spPr>
          <a:xfrm>
            <a:off x="419101" y="3505611"/>
            <a:ext cx="3842345" cy="249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798"/>
              <a:buNone/>
              <a:defRPr b="0" sz="1798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Bullets-Image-LT-BLUE">
  <p:cSld name="Title-Bullets-Image-LT-BLUE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7"/>
          <p:cNvSpPr/>
          <p:nvPr>
            <p:ph idx="2" type="pic"/>
          </p:nvPr>
        </p:nvSpPr>
        <p:spPr>
          <a:xfrm rot="-597435">
            <a:off x="5619017" y="1120841"/>
            <a:ext cx="2689207" cy="3181385"/>
          </a:xfrm>
          <a:prstGeom prst="roundRect">
            <a:avLst>
              <a:gd fmla="val 4523" name="adj"/>
            </a:avLst>
          </a:prstGeom>
          <a:solidFill>
            <a:schemeClr val="accent6"/>
          </a:solidFill>
          <a:ln>
            <a:noFill/>
          </a:ln>
        </p:spPr>
      </p:sp>
      <p:sp>
        <p:nvSpPr>
          <p:cNvPr id="228" name="Google Shape;228;p27"/>
          <p:cNvSpPr txBox="1"/>
          <p:nvPr>
            <p:ph idx="1" type="body"/>
          </p:nvPr>
        </p:nvSpPr>
        <p:spPr>
          <a:xfrm>
            <a:off x="419102" y="1076325"/>
            <a:ext cx="3937747" cy="3477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136" lvl="0" marL="4572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1pPr>
            <a:lvl2pPr indent="-330136" lvl="1" marL="9144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2pPr>
            <a:lvl3pPr indent="-330137" lvl="2" marL="13716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3pPr>
            <a:lvl4pPr indent="-330137" lvl="3" marL="18288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4pPr>
            <a:lvl5pPr indent="-330136" lvl="4" marL="228600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LT-BLU">
  <p:cSld name="Blank-LT-BLU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theme" Target="../theme/theme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1"/>
            </a:gs>
            <a:gs pos="47000">
              <a:srgbClr val="046697"/>
            </a:gs>
            <a:gs pos="95000">
              <a:schemeClr val="dk2"/>
            </a:gs>
            <a:gs pos="100000">
              <a:schemeClr val="dk2"/>
            </a:gs>
          </a:gsLst>
          <a:path path="circle">
            <a:fillToRect b="100%" l="0%" r="100%" t="0%"/>
          </a:path>
          <a:tileRect b="0%" l="-100%" r="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9100" y="1020135"/>
            <a:ext cx="8305800" cy="36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419101" y="4841987"/>
            <a:ext cx="485775" cy="92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fld id="{00000000-1234-1234-1234-123412341234}" type="slidenum">
              <a:rPr b="1" i="0" lang="en-US" sz="5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59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629687" y="4845464"/>
            <a:ext cx="1975200" cy="9201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 © Netskope Internal Use Only. All rights reserved.  </a:t>
            </a:r>
            <a:endParaRPr b="0" i="0" sz="139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1"/>
          <p:cNvGrpSpPr/>
          <p:nvPr/>
        </p:nvGrpSpPr>
        <p:grpSpPr>
          <a:xfrm>
            <a:off x="8401923" y="4807700"/>
            <a:ext cx="322976" cy="160823"/>
            <a:chOff x="7412309" y="4808391"/>
            <a:chExt cx="322976" cy="160972"/>
          </a:xfrm>
        </p:grpSpPr>
        <p:sp>
          <p:nvSpPr>
            <p:cNvPr id="15" name="Google Shape;15;p1"/>
            <p:cNvSpPr/>
            <p:nvPr/>
          </p:nvSpPr>
          <p:spPr>
            <a:xfrm>
              <a:off x="7451074" y="4864440"/>
              <a:ext cx="66157" cy="66157"/>
            </a:xfrm>
            <a:custGeom>
              <a:rect b="b" l="l" r="r" t="t"/>
              <a:pathLst>
                <a:path extrusionOk="0" h="66157" w="66157">
                  <a:moveTo>
                    <a:pt x="38534" y="0"/>
                  </a:moveTo>
                  <a:cubicBezTo>
                    <a:pt x="36613" y="4537"/>
                    <a:pt x="33849" y="8800"/>
                    <a:pt x="29966" y="12683"/>
                  </a:cubicBezTo>
                  <a:cubicBezTo>
                    <a:pt x="21419" y="21229"/>
                    <a:pt x="10952" y="24416"/>
                    <a:pt x="0" y="24986"/>
                  </a:cubicBezTo>
                  <a:lnTo>
                    <a:pt x="41171" y="66157"/>
                  </a:lnTo>
                  <a:cubicBezTo>
                    <a:pt x="41741" y="55205"/>
                    <a:pt x="44928" y="44738"/>
                    <a:pt x="53474" y="36191"/>
                  </a:cubicBezTo>
                  <a:cubicBezTo>
                    <a:pt x="57357" y="32308"/>
                    <a:pt x="61620" y="29544"/>
                    <a:pt x="66157" y="27624"/>
                  </a:cubicBezTo>
                  <a:cubicBezTo>
                    <a:pt x="53390" y="22918"/>
                    <a:pt x="43240" y="12788"/>
                    <a:pt x="38534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8"/>
                <a:buFont typeface="Arial"/>
                <a:buNone/>
              </a:pPr>
              <a:r>
                <a:t/>
              </a:r>
              <a:endParaRPr b="0" i="0" sz="13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7412309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68246"/>
                  </a:moveTo>
                  <a:cubicBezTo>
                    <a:pt x="83862" y="52630"/>
                    <a:pt x="83862" y="27328"/>
                    <a:pt x="68246" y="11712"/>
                  </a:cubicBezTo>
                  <a:cubicBezTo>
                    <a:pt x="52630" y="-3904"/>
                    <a:pt x="27328" y="-3904"/>
                    <a:pt x="11712" y="11712"/>
                  </a:cubicBezTo>
                  <a:cubicBezTo>
                    <a:pt x="-3904" y="27328"/>
                    <a:pt x="-3904" y="52630"/>
                    <a:pt x="11712" y="68246"/>
                  </a:cubicBezTo>
                  <a:cubicBezTo>
                    <a:pt x="27328" y="83862"/>
                    <a:pt x="52630" y="83862"/>
                    <a:pt x="68246" y="68246"/>
                  </a:cubicBezTo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8"/>
                <a:buFont typeface="Arial"/>
                <a:buNone/>
              </a:pPr>
              <a:r>
                <a:t/>
              </a:r>
              <a:endParaRPr b="0" i="0" sz="13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7493301" y="4808391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8"/>
                <a:buFont typeface="Arial"/>
                <a:buNone/>
              </a:pPr>
              <a:r>
                <a:t/>
              </a:r>
              <a:endParaRPr b="0" i="0" sz="13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7630363" y="4808391"/>
              <a:ext cx="104922" cy="104923"/>
            </a:xfrm>
            <a:custGeom>
              <a:rect b="b" l="l" r="r" t="t"/>
              <a:pathLst>
                <a:path extrusionOk="0" h="104923" w="104922">
                  <a:moveTo>
                    <a:pt x="93211" y="11712"/>
                  </a:moveTo>
                  <a:cubicBezTo>
                    <a:pt x="77595" y="-3904"/>
                    <a:pt x="52293" y="-3904"/>
                    <a:pt x="36677" y="11712"/>
                  </a:cubicBezTo>
                  <a:cubicBezTo>
                    <a:pt x="29185" y="19204"/>
                    <a:pt x="25281" y="28953"/>
                    <a:pt x="25007" y="38766"/>
                  </a:cubicBezTo>
                  <a:lnTo>
                    <a:pt x="25007" y="38766"/>
                  </a:lnTo>
                  <a:cubicBezTo>
                    <a:pt x="24437" y="49718"/>
                    <a:pt x="21250" y="60185"/>
                    <a:pt x="12704" y="68732"/>
                  </a:cubicBezTo>
                  <a:cubicBezTo>
                    <a:pt x="8821" y="72615"/>
                    <a:pt x="4537" y="75379"/>
                    <a:pt x="0" y="77299"/>
                  </a:cubicBezTo>
                  <a:cubicBezTo>
                    <a:pt x="12788" y="82005"/>
                    <a:pt x="22939" y="92156"/>
                    <a:pt x="27623" y="104923"/>
                  </a:cubicBezTo>
                  <a:cubicBezTo>
                    <a:pt x="29544" y="100386"/>
                    <a:pt x="32329" y="96102"/>
                    <a:pt x="36191" y="92219"/>
                  </a:cubicBezTo>
                  <a:cubicBezTo>
                    <a:pt x="44738" y="83673"/>
                    <a:pt x="55205" y="80486"/>
                    <a:pt x="66157" y="79916"/>
                  </a:cubicBezTo>
                  <a:lnTo>
                    <a:pt x="66157" y="79916"/>
                  </a:lnTo>
                  <a:cubicBezTo>
                    <a:pt x="75991" y="79621"/>
                    <a:pt x="85719" y="75717"/>
                    <a:pt x="93211" y="68225"/>
                  </a:cubicBezTo>
                  <a:cubicBezTo>
                    <a:pt x="108827" y="52609"/>
                    <a:pt x="108827" y="27307"/>
                    <a:pt x="93211" y="11691"/>
                  </a:cubicBezTo>
                  <a:close/>
                  <a:moveTo>
                    <a:pt x="79389" y="54424"/>
                  </a:moveTo>
                  <a:cubicBezTo>
                    <a:pt x="75527" y="58286"/>
                    <a:pt x="70399" y="60417"/>
                    <a:pt x="64933" y="60417"/>
                  </a:cubicBezTo>
                  <a:cubicBezTo>
                    <a:pt x="59468" y="60417"/>
                    <a:pt x="54340" y="58286"/>
                    <a:pt x="50478" y="54424"/>
                  </a:cubicBezTo>
                  <a:cubicBezTo>
                    <a:pt x="42501" y="46447"/>
                    <a:pt x="42501" y="33490"/>
                    <a:pt x="50478" y="25513"/>
                  </a:cubicBezTo>
                  <a:cubicBezTo>
                    <a:pt x="54340" y="21651"/>
                    <a:pt x="59468" y="19520"/>
                    <a:pt x="64933" y="19520"/>
                  </a:cubicBezTo>
                  <a:cubicBezTo>
                    <a:pt x="70399" y="19520"/>
                    <a:pt x="75527" y="21651"/>
                    <a:pt x="79389" y="25513"/>
                  </a:cubicBezTo>
                  <a:cubicBezTo>
                    <a:pt x="83250" y="29375"/>
                    <a:pt x="85382" y="34503"/>
                    <a:pt x="85382" y="39969"/>
                  </a:cubicBezTo>
                  <a:cubicBezTo>
                    <a:pt x="85382" y="45434"/>
                    <a:pt x="83250" y="50562"/>
                    <a:pt x="79389" y="54424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8"/>
                <a:buFont typeface="Arial"/>
                <a:buNone/>
              </a:pPr>
              <a:r>
                <a:t/>
              </a:r>
              <a:endParaRPr b="0" i="0" sz="13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574314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8"/>
                <a:buFont typeface="Arial"/>
                <a:buNone/>
              </a:pPr>
              <a:r>
                <a:t/>
              </a:r>
              <a:endParaRPr b="0" i="0" sz="13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7532067" y="4847157"/>
              <a:ext cx="83440" cy="83440"/>
            </a:xfrm>
            <a:custGeom>
              <a:rect b="b" l="l" r="r" t="t"/>
              <a:pathLst>
                <a:path extrusionOk="0" h="83440" w="83440">
                  <a:moveTo>
                    <a:pt x="53474" y="29966"/>
                  </a:moveTo>
                  <a:cubicBezTo>
                    <a:pt x="44928" y="21419"/>
                    <a:pt x="41741" y="10952"/>
                    <a:pt x="41171" y="0"/>
                  </a:cubicBezTo>
                  <a:lnTo>
                    <a:pt x="0" y="41172"/>
                  </a:lnTo>
                  <a:cubicBezTo>
                    <a:pt x="10952" y="41741"/>
                    <a:pt x="21419" y="44928"/>
                    <a:pt x="29966" y="53474"/>
                  </a:cubicBezTo>
                  <a:cubicBezTo>
                    <a:pt x="38513" y="62021"/>
                    <a:pt x="41699" y="72488"/>
                    <a:pt x="42269" y="83440"/>
                  </a:cubicBezTo>
                  <a:lnTo>
                    <a:pt x="83440" y="42269"/>
                  </a:lnTo>
                  <a:cubicBezTo>
                    <a:pt x="72488" y="41699"/>
                    <a:pt x="62021" y="38513"/>
                    <a:pt x="53474" y="2996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48"/>
                <a:buFont typeface="Arial"/>
                <a:buNone/>
              </a:pPr>
              <a:r>
                <a:t/>
              </a:r>
              <a:endParaRPr b="0" i="0" sz="134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0">
          <p15:clr>
            <a:srgbClr val="F26B43"/>
          </p15:clr>
        </p15:guide>
        <p15:guide id="2" orient="horz" pos="2918">
          <p15:clr>
            <a:srgbClr val="F26B43"/>
          </p15:clr>
        </p15:guide>
        <p15:guide id="3" pos="264">
          <p15:clr>
            <a:srgbClr val="F26B43"/>
          </p15:clr>
        </p15:guide>
        <p15:guide id="4" pos="5496">
          <p15:clr>
            <a:srgbClr val="F26B43"/>
          </p15:clr>
        </p15:guide>
        <p15:guide id="5" orient="horz" pos="49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97"/>
              <a:buFont typeface="Arial"/>
              <a:buNone/>
              <a:defRPr b="1" i="0" sz="299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419100" y="1020135"/>
            <a:ext cx="8305800" cy="36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136" lvl="0" marL="457200" marR="0" rtl="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Font typeface="Arial"/>
              <a:buChar char="•"/>
              <a:defRPr b="0" i="0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136" lvl="1" marL="914400" marR="0" rtl="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Font typeface="Arial"/>
              <a:buChar char="•"/>
              <a:defRPr b="0" i="0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137" lvl="2" marL="1371600" marR="0" rtl="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Font typeface="Arial"/>
              <a:buChar char="•"/>
              <a:defRPr b="0" i="0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137" lvl="3" marL="1828800" marR="0" rtl="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Font typeface="Arial"/>
              <a:buChar char="•"/>
              <a:defRPr b="0" i="0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136" lvl="4" marL="2286000" marR="0" rtl="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Font typeface="Arial"/>
              <a:buChar char="•"/>
              <a:defRPr b="0" i="0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773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8"/>
              <a:buFont typeface="Arial"/>
              <a:buChar char="•"/>
              <a:defRPr b="0" i="0" sz="17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773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8"/>
              <a:buFont typeface="Arial"/>
              <a:buChar char="•"/>
              <a:defRPr b="0" i="0" sz="17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773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8"/>
              <a:buFont typeface="Arial"/>
              <a:buChar char="•"/>
              <a:defRPr b="0" i="0" sz="17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773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8"/>
              <a:buFont typeface="Arial"/>
              <a:buChar char="•"/>
              <a:defRPr b="0" i="0" sz="17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1"/>
          <p:cNvSpPr txBox="1"/>
          <p:nvPr/>
        </p:nvSpPr>
        <p:spPr>
          <a:xfrm>
            <a:off x="419100" y="4841987"/>
            <a:ext cx="485775" cy="92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fld id="{00000000-1234-1234-1234-123412341234}" type="slidenum">
              <a:rPr b="1" i="0" lang="en-US" sz="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5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" name="Google Shape;90;p11"/>
          <p:cNvGrpSpPr/>
          <p:nvPr/>
        </p:nvGrpSpPr>
        <p:grpSpPr>
          <a:xfrm>
            <a:off x="8401924" y="4807699"/>
            <a:ext cx="322976" cy="160823"/>
            <a:chOff x="7412309" y="4808391"/>
            <a:chExt cx="322976" cy="160972"/>
          </a:xfrm>
        </p:grpSpPr>
        <p:sp>
          <p:nvSpPr>
            <p:cNvPr id="91" name="Google Shape;91;p11"/>
            <p:cNvSpPr/>
            <p:nvPr/>
          </p:nvSpPr>
          <p:spPr>
            <a:xfrm>
              <a:off x="7451074" y="4864440"/>
              <a:ext cx="66157" cy="66157"/>
            </a:xfrm>
            <a:custGeom>
              <a:rect b="b" l="l" r="r" t="t"/>
              <a:pathLst>
                <a:path extrusionOk="0" h="66157" w="66157">
                  <a:moveTo>
                    <a:pt x="38534" y="0"/>
                  </a:moveTo>
                  <a:cubicBezTo>
                    <a:pt x="36613" y="4537"/>
                    <a:pt x="33849" y="8800"/>
                    <a:pt x="29966" y="12683"/>
                  </a:cubicBezTo>
                  <a:cubicBezTo>
                    <a:pt x="21419" y="21229"/>
                    <a:pt x="10952" y="24416"/>
                    <a:pt x="0" y="24986"/>
                  </a:cubicBezTo>
                  <a:lnTo>
                    <a:pt x="41171" y="66157"/>
                  </a:lnTo>
                  <a:cubicBezTo>
                    <a:pt x="41741" y="55205"/>
                    <a:pt x="44928" y="44738"/>
                    <a:pt x="53474" y="36191"/>
                  </a:cubicBezTo>
                  <a:cubicBezTo>
                    <a:pt x="57357" y="32308"/>
                    <a:pt x="61620" y="29544"/>
                    <a:pt x="66157" y="27624"/>
                  </a:cubicBezTo>
                  <a:cubicBezTo>
                    <a:pt x="53390" y="22918"/>
                    <a:pt x="43240" y="12788"/>
                    <a:pt x="38534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7412309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68246"/>
                  </a:moveTo>
                  <a:cubicBezTo>
                    <a:pt x="83862" y="52630"/>
                    <a:pt x="83862" y="27328"/>
                    <a:pt x="68246" y="11712"/>
                  </a:cubicBezTo>
                  <a:cubicBezTo>
                    <a:pt x="52630" y="-3904"/>
                    <a:pt x="27328" y="-3904"/>
                    <a:pt x="11712" y="11712"/>
                  </a:cubicBezTo>
                  <a:cubicBezTo>
                    <a:pt x="-3904" y="27328"/>
                    <a:pt x="-3904" y="52630"/>
                    <a:pt x="11712" y="68246"/>
                  </a:cubicBezTo>
                  <a:cubicBezTo>
                    <a:pt x="27328" y="83862"/>
                    <a:pt x="52630" y="83862"/>
                    <a:pt x="68246" y="68246"/>
                  </a:cubicBezTo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7493301" y="4808391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7630363" y="4808391"/>
              <a:ext cx="104922" cy="104923"/>
            </a:xfrm>
            <a:custGeom>
              <a:rect b="b" l="l" r="r" t="t"/>
              <a:pathLst>
                <a:path extrusionOk="0" h="104923" w="104922">
                  <a:moveTo>
                    <a:pt x="93211" y="11712"/>
                  </a:moveTo>
                  <a:cubicBezTo>
                    <a:pt x="77595" y="-3904"/>
                    <a:pt x="52293" y="-3904"/>
                    <a:pt x="36677" y="11712"/>
                  </a:cubicBezTo>
                  <a:cubicBezTo>
                    <a:pt x="29185" y="19204"/>
                    <a:pt x="25281" y="28953"/>
                    <a:pt x="25007" y="38766"/>
                  </a:cubicBezTo>
                  <a:lnTo>
                    <a:pt x="25007" y="38766"/>
                  </a:lnTo>
                  <a:cubicBezTo>
                    <a:pt x="24437" y="49718"/>
                    <a:pt x="21250" y="60185"/>
                    <a:pt x="12704" y="68732"/>
                  </a:cubicBezTo>
                  <a:cubicBezTo>
                    <a:pt x="8821" y="72615"/>
                    <a:pt x="4537" y="75379"/>
                    <a:pt x="0" y="77299"/>
                  </a:cubicBezTo>
                  <a:cubicBezTo>
                    <a:pt x="12788" y="82005"/>
                    <a:pt x="22939" y="92156"/>
                    <a:pt x="27623" y="104923"/>
                  </a:cubicBezTo>
                  <a:cubicBezTo>
                    <a:pt x="29544" y="100386"/>
                    <a:pt x="32329" y="96102"/>
                    <a:pt x="36191" y="92219"/>
                  </a:cubicBezTo>
                  <a:cubicBezTo>
                    <a:pt x="44738" y="83673"/>
                    <a:pt x="55205" y="80486"/>
                    <a:pt x="66157" y="79916"/>
                  </a:cubicBezTo>
                  <a:lnTo>
                    <a:pt x="66157" y="79916"/>
                  </a:lnTo>
                  <a:cubicBezTo>
                    <a:pt x="75991" y="79621"/>
                    <a:pt x="85719" y="75717"/>
                    <a:pt x="93211" y="68225"/>
                  </a:cubicBezTo>
                  <a:cubicBezTo>
                    <a:pt x="108827" y="52609"/>
                    <a:pt x="108827" y="27307"/>
                    <a:pt x="93211" y="11691"/>
                  </a:cubicBezTo>
                  <a:close/>
                  <a:moveTo>
                    <a:pt x="79389" y="54424"/>
                  </a:moveTo>
                  <a:cubicBezTo>
                    <a:pt x="75527" y="58286"/>
                    <a:pt x="70399" y="60417"/>
                    <a:pt x="64933" y="60417"/>
                  </a:cubicBezTo>
                  <a:cubicBezTo>
                    <a:pt x="59468" y="60417"/>
                    <a:pt x="54340" y="58286"/>
                    <a:pt x="50478" y="54424"/>
                  </a:cubicBezTo>
                  <a:cubicBezTo>
                    <a:pt x="42501" y="46447"/>
                    <a:pt x="42501" y="33490"/>
                    <a:pt x="50478" y="25513"/>
                  </a:cubicBezTo>
                  <a:cubicBezTo>
                    <a:pt x="54340" y="21651"/>
                    <a:pt x="59468" y="19520"/>
                    <a:pt x="64933" y="19520"/>
                  </a:cubicBezTo>
                  <a:cubicBezTo>
                    <a:pt x="70399" y="19520"/>
                    <a:pt x="75527" y="21651"/>
                    <a:pt x="79389" y="25513"/>
                  </a:cubicBezTo>
                  <a:cubicBezTo>
                    <a:pt x="83250" y="29375"/>
                    <a:pt x="85382" y="34503"/>
                    <a:pt x="85382" y="39969"/>
                  </a:cubicBezTo>
                  <a:cubicBezTo>
                    <a:pt x="85382" y="45434"/>
                    <a:pt x="83250" y="50562"/>
                    <a:pt x="79389" y="54424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7574314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7532067" y="4847157"/>
              <a:ext cx="83440" cy="83440"/>
            </a:xfrm>
            <a:custGeom>
              <a:rect b="b" l="l" r="r" t="t"/>
              <a:pathLst>
                <a:path extrusionOk="0" h="83440" w="83440">
                  <a:moveTo>
                    <a:pt x="53474" y="29966"/>
                  </a:moveTo>
                  <a:cubicBezTo>
                    <a:pt x="44928" y="21419"/>
                    <a:pt x="41741" y="10952"/>
                    <a:pt x="41171" y="0"/>
                  </a:cubicBezTo>
                  <a:lnTo>
                    <a:pt x="0" y="41172"/>
                  </a:lnTo>
                  <a:cubicBezTo>
                    <a:pt x="10952" y="41741"/>
                    <a:pt x="21419" y="44928"/>
                    <a:pt x="29966" y="53474"/>
                  </a:cubicBezTo>
                  <a:cubicBezTo>
                    <a:pt x="38513" y="62021"/>
                    <a:pt x="41699" y="72488"/>
                    <a:pt x="42269" y="83440"/>
                  </a:cubicBezTo>
                  <a:lnTo>
                    <a:pt x="83440" y="42269"/>
                  </a:lnTo>
                  <a:cubicBezTo>
                    <a:pt x="72488" y="41699"/>
                    <a:pt x="62021" y="38513"/>
                    <a:pt x="53474" y="29966"/>
                  </a:cubicBezTo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11"/>
          <p:cNvSpPr txBox="1"/>
          <p:nvPr/>
        </p:nvSpPr>
        <p:spPr>
          <a:xfrm>
            <a:off x="629687" y="4837588"/>
            <a:ext cx="1959832" cy="92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© Netskope Internal Use Only. All rights reserved.  </a:t>
            </a:r>
            <a:endParaRPr b="0" i="0" sz="13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0">
          <p15:clr>
            <a:srgbClr val="F26B43"/>
          </p15:clr>
        </p15:guide>
        <p15:guide id="2" orient="horz" pos="2918">
          <p15:clr>
            <a:srgbClr val="F26B43"/>
          </p15:clr>
        </p15:guide>
        <p15:guide id="3" pos="264">
          <p15:clr>
            <a:srgbClr val="F26B43"/>
          </p15:clr>
        </p15:guide>
        <p15:guide id="4" pos="5496">
          <p15:clr>
            <a:srgbClr val="F26B43"/>
          </p15:clr>
        </p15:guide>
        <p15:guide id="5" orient="horz" pos="49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6"/>
            </a:gs>
            <a:gs pos="95000">
              <a:schemeClr val="lt1"/>
            </a:gs>
            <a:gs pos="100000">
              <a:schemeClr val="lt1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19100" y="374303"/>
            <a:ext cx="8305800" cy="415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97"/>
              <a:buFont typeface="Arial"/>
              <a:buNone/>
              <a:defRPr b="1" i="0" sz="2997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1" type="body"/>
          </p:nvPr>
        </p:nvSpPr>
        <p:spPr>
          <a:xfrm>
            <a:off x="419100" y="1020135"/>
            <a:ext cx="8305800" cy="3612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136" lvl="0" marL="457200" marR="0" rtl="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Font typeface="Arial"/>
              <a:buChar char="•"/>
              <a:defRPr b="0" i="0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136" lvl="1" marL="914400" marR="0" rtl="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Font typeface="Arial"/>
              <a:buChar char="•"/>
              <a:defRPr b="0" i="0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137" lvl="2" marL="1371600" marR="0" rtl="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Font typeface="Arial"/>
              <a:buChar char="•"/>
              <a:defRPr b="0" i="0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137" lvl="3" marL="1828800" marR="0" rtl="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Font typeface="Arial"/>
              <a:buChar char="•"/>
              <a:defRPr b="0" i="0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136" lvl="4" marL="2286000" marR="0" rtl="0" algn="l">
              <a:lnSpc>
                <a:spcPct val="90000"/>
              </a:lnSpc>
              <a:spcBef>
                <a:spcPts val="599"/>
              </a:spcBef>
              <a:spcAft>
                <a:spcPts val="0"/>
              </a:spcAft>
              <a:buClr>
                <a:schemeClr val="accent1"/>
              </a:buClr>
              <a:buSzPts val="1599"/>
              <a:buFont typeface="Arial"/>
              <a:buChar char="•"/>
              <a:defRPr b="0" i="0" sz="1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773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8"/>
              <a:buFont typeface="Arial"/>
              <a:buChar char="•"/>
              <a:defRPr b="0" i="0" sz="17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773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8"/>
              <a:buFont typeface="Arial"/>
              <a:buChar char="•"/>
              <a:defRPr b="0" i="0" sz="17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773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8"/>
              <a:buFont typeface="Arial"/>
              <a:buChar char="•"/>
              <a:defRPr b="0" i="0" sz="17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773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98"/>
              <a:buFont typeface="Arial"/>
              <a:buChar char="•"/>
              <a:defRPr b="0" i="0" sz="1798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20"/>
          <p:cNvSpPr txBox="1"/>
          <p:nvPr/>
        </p:nvSpPr>
        <p:spPr>
          <a:xfrm>
            <a:off x="419100" y="4841987"/>
            <a:ext cx="485775" cy="92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fld id="{00000000-1234-1234-1234-123412341234}" type="slidenum">
              <a:rPr b="1" i="0" lang="en-US" sz="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5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20"/>
          <p:cNvGrpSpPr/>
          <p:nvPr/>
        </p:nvGrpSpPr>
        <p:grpSpPr>
          <a:xfrm>
            <a:off x="8401924" y="4807699"/>
            <a:ext cx="322976" cy="160823"/>
            <a:chOff x="7412309" y="4808391"/>
            <a:chExt cx="322976" cy="160972"/>
          </a:xfrm>
        </p:grpSpPr>
        <p:sp>
          <p:nvSpPr>
            <p:cNvPr id="163" name="Google Shape;163;p20"/>
            <p:cNvSpPr/>
            <p:nvPr/>
          </p:nvSpPr>
          <p:spPr>
            <a:xfrm>
              <a:off x="7451074" y="4864440"/>
              <a:ext cx="66157" cy="66157"/>
            </a:xfrm>
            <a:custGeom>
              <a:rect b="b" l="l" r="r" t="t"/>
              <a:pathLst>
                <a:path extrusionOk="0" h="66157" w="66157">
                  <a:moveTo>
                    <a:pt x="38534" y="0"/>
                  </a:moveTo>
                  <a:cubicBezTo>
                    <a:pt x="36613" y="4537"/>
                    <a:pt x="33849" y="8800"/>
                    <a:pt x="29966" y="12683"/>
                  </a:cubicBezTo>
                  <a:cubicBezTo>
                    <a:pt x="21419" y="21229"/>
                    <a:pt x="10952" y="24416"/>
                    <a:pt x="0" y="24986"/>
                  </a:cubicBezTo>
                  <a:lnTo>
                    <a:pt x="41171" y="66157"/>
                  </a:lnTo>
                  <a:cubicBezTo>
                    <a:pt x="41741" y="55205"/>
                    <a:pt x="44928" y="44738"/>
                    <a:pt x="53474" y="36191"/>
                  </a:cubicBezTo>
                  <a:cubicBezTo>
                    <a:pt x="57357" y="32308"/>
                    <a:pt x="61620" y="29544"/>
                    <a:pt x="66157" y="27624"/>
                  </a:cubicBezTo>
                  <a:cubicBezTo>
                    <a:pt x="53390" y="22918"/>
                    <a:pt x="43240" y="12788"/>
                    <a:pt x="38534" y="0"/>
                  </a:cubicBezTo>
                  <a:close/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0"/>
            <p:cNvSpPr/>
            <p:nvPr/>
          </p:nvSpPr>
          <p:spPr>
            <a:xfrm>
              <a:off x="7412309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68246"/>
                  </a:moveTo>
                  <a:cubicBezTo>
                    <a:pt x="83862" y="52630"/>
                    <a:pt x="83862" y="27328"/>
                    <a:pt x="68246" y="11712"/>
                  </a:cubicBezTo>
                  <a:cubicBezTo>
                    <a:pt x="52630" y="-3904"/>
                    <a:pt x="27328" y="-3904"/>
                    <a:pt x="11712" y="11712"/>
                  </a:cubicBezTo>
                  <a:cubicBezTo>
                    <a:pt x="-3904" y="27328"/>
                    <a:pt x="-3904" y="52630"/>
                    <a:pt x="11712" y="68246"/>
                  </a:cubicBezTo>
                  <a:cubicBezTo>
                    <a:pt x="27328" y="83862"/>
                    <a:pt x="52630" y="83862"/>
                    <a:pt x="68246" y="68246"/>
                  </a:cubicBezTo>
                </a:path>
              </a:pathLst>
            </a:custGeom>
            <a:solidFill>
              <a:srgbClr val="FF83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7493301" y="4808391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7630363" y="4808391"/>
              <a:ext cx="104922" cy="104923"/>
            </a:xfrm>
            <a:custGeom>
              <a:rect b="b" l="l" r="r" t="t"/>
              <a:pathLst>
                <a:path extrusionOk="0" h="104923" w="104922">
                  <a:moveTo>
                    <a:pt x="93211" y="11712"/>
                  </a:moveTo>
                  <a:cubicBezTo>
                    <a:pt x="77595" y="-3904"/>
                    <a:pt x="52293" y="-3904"/>
                    <a:pt x="36677" y="11712"/>
                  </a:cubicBezTo>
                  <a:cubicBezTo>
                    <a:pt x="29185" y="19204"/>
                    <a:pt x="25281" y="28953"/>
                    <a:pt x="25007" y="38766"/>
                  </a:cubicBezTo>
                  <a:lnTo>
                    <a:pt x="25007" y="38766"/>
                  </a:lnTo>
                  <a:cubicBezTo>
                    <a:pt x="24437" y="49718"/>
                    <a:pt x="21250" y="60185"/>
                    <a:pt x="12704" y="68732"/>
                  </a:cubicBezTo>
                  <a:cubicBezTo>
                    <a:pt x="8821" y="72615"/>
                    <a:pt x="4537" y="75379"/>
                    <a:pt x="0" y="77299"/>
                  </a:cubicBezTo>
                  <a:cubicBezTo>
                    <a:pt x="12788" y="82005"/>
                    <a:pt x="22939" y="92156"/>
                    <a:pt x="27623" y="104923"/>
                  </a:cubicBezTo>
                  <a:cubicBezTo>
                    <a:pt x="29544" y="100386"/>
                    <a:pt x="32329" y="96102"/>
                    <a:pt x="36191" y="92219"/>
                  </a:cubicBezTo>
                  <a:cubicBezTo>
                    <a:pt x="44738" y="83673"/>
                    <a:pt x="55205" y="80486"/>
                    <a:pt x="66157" y="79916"/>
                  </a:cubicBezTo>
                  <a:lnTo>
                    <a:pt x="66157" y="79916"/>
                  </a:lnTo>
                  <a:cubicBezTo>
                    <a:pt x="75991" y="79621"/>
                    <a:pt x="85719" y="75717"/>
                    <a:pt x="93211" y="68225"/>
                  </a:cubicBezTo>
                  <a:cubicBezTo>
                    <a:pt x="108827" y="52609"/>
                    <a:pt x="108827" y="27307"/>
                    <a:pt x="93211" y="11691"/>
                  </a:cubicBezTo>
                  <a:close/>
                  <a:moveTo>
                    <a:pt x="79389" y="54424"/>
                  </a:moveTo>
                  <a:cubicBezTo>
                    <a:pt x="75527" y="58286"/>
                    <a:pt x="70399" y="60417"/>
                    <a:pt x="64933" y="60417"/>
                  </a:cubicBezTo>
                  <a:cubicBezTo>
                    <a:pt x="59468" y="60417"/>
                    <a:pt x="54340" y="58286"/>
                    <a:pt x="50478" y="54424"/>
                  </a:cubicBezTo>
                  <a:cubicBezTo>
                    <a:pt x="42501" y="46447"/>
                    <a:pt x="42501" y="33490"/>
                    <a:pt x="50478" y="25513"/>
                  </a:cubicBezTo>
                  <a:cubicBezTo>
                    <a:pt x="54340" y="21651"/>
                    <a:pt x="59468" y="19520"/>
                    <a:pt x="64933" y="19520"/>
                  </a:cubicBezTo>
                  <a:cubicBezTo>
                    <a:pt x="70399" y="19520"/>
                    <a:pt x="75527" y="21651"/>
                    <a:pt x="79389" y="25513"/>
                  </a:cubicBezTo>
                  <a:cubicBezTo>
                    <a:pt x="83250" y="29375"/>
                    <a:pt x="85382" y="34503"/>
                    <a:pt x="85382" y="39969"/>
                  </a:cubicBezTo>
                  <a:cubicBezTo>
                    <a:pt x="85382" y="45434"/>
                    <a:pt x="83250" y="50562"/>
                    <a:pt x="79389" y="54424"/>
                  </a:cubicBezTo>
                  <a:close/>
                </a:path>
              </a:pathLst>
            </a:custGeom>
            <a:solidFill>
              <a:srgbClr val="00A6C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7574314" y="4889405"/>
              <a:ext cx="79958" cy="79958"/>
            </a:xfrm>
            <a:custGeom>
              <a:rect b="b" l="l" r="r" t="t"/>
              <a:pathLst>
                <a:path extrusionOk="0" h="79958" w="79958">
                  <a:moveTo>
                    <a:pt x="68246" y="11712"/>
                  </a:moveTo>
                  <a:cubicBezTo>
                    <a:pt x="83862" y="27328"/>
                    <a:pt x="83862" y="52630"/>
                    <a:pt x="68246" y="68246"/>
                  </a:cubicBezTo>
                  <a:cubicBezTo>
                    <a:pt x="52630" y="83862"/>
                    <a:pt x="27328" y="83862"/>
                    <a:pt x="11712" y="68246"/>
                  </a:cubicBezTo>
                  <a:cubicBezTo>
                    <a:pt x="-3904" y="52630"/>
                    <a:pt x="-3904" y="27328"/>
                    <a:pt x="11712" y="11712"/>
                  </a:cubicBezTo>
                  <a:cubicBezTo>
                    <a:pt x="27328" y="-3904"/>
                    <a:pt x="52630" y="-3904"/>
                    <a:pt x="68246" y="11712"/>
                  </a:cubicBezTo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7532067" y="4847157"/>
              <a:ext cx="83440" cy="83440"/>
            </a:xfrm>
            <a:custGeom>
              <a:rect b="b" l="l" r="r" t="t"/>
              <a:pathLst>
                <a:path extrusionOk="0" h="83440" w="83440">
                  <a:moveTo>
                    <a:pt x="53474" y="29966"/>
                  </a:moveTo>
                  <a:cubicBezTo>
                    <a:pt x="44928" y="21419"/>
                    <a:pt x="41741" y="10952"/>
                    <a:pt x="41171" y="0"/>
                  </a:cubicBezTo>
                  <a:lnTo>
                    <a:pt x="0" y="41172"/>
                  </a:lnTo>
                  <a:cubicBezTo>
                    <a:pt x="10952" y="41741"/>
                    <a:pt x="21419" y="44928"/>
                    <a:pt x="29966" y="53474"/>
                  </a:cubicBezTo>
                  <a:cubicBezTo>
                    <a:pt x="38513" y="62021"/>
                    <a:pt x="41699" y="72488"/>
                    <a:pt x="42269" y="83440"/>
                  </a:cubicBezTo>
                  <a:lnTo>
                    <a:pt x="83440" y="42269"/>
                  </a:lnTo>
                  <a:cubicBezTo>
                    <a:pt x="72488" y="41699"/>
                    <a:pt x="62021" y="38513"/>
                    <a:pt x="53474" y="29966"/>
                  </a:cubicBezTo>
                </a:path>
              </a:pathLst>
            </a:custGeom>
            <a:solidFill>
              <a:srgbClr val="54565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t/>
              </a:r>
              <a:endParaRPr b="0" i="0" sz="1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20"/>
          <p:cNvSpPr txBox="1"/>
          <p:nvPr/>
        </p:nvSpPr>
        <p:spPr>
          <a:xfrm>
            <a:off x="629687" y="4837588"/>
            <a:ext cx="1959832" cy="9220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59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© Netskope Internal Use Only. All rights reserved.  </a:t>
            </a:r>
            <a:endParaRPr b="0" i="0" sz="1399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30">
          <p15:clr>
            <a:srgbClr val="F26B43"/>
          </p15:clr>
        </p15:guide>
        <p15:guide id="2" orient="horz" pos="2918">
          <p15:clr>
            <a:srgbClr val="F26B43"/>
          </p15:clr>
        </p15:guide>
        <p15:guide id="3" pos="264">
          <p15:clr>
            <a:srgbClr val="F26B43"/>
          </p15:clr>
        </p15:guide>
        <p15:guide id="4" pos="5496">
          <p15:clr>
            <a:srgbClr val="F26B43"/>
          </p15:clr>
        </p15:guide>
        <p15:guide id="5" orient="horz" pos="49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hyperlink" Target="https://netskope.atlassian.net/wiki/spaces/ISI/pages/8227323913/Agent+1+CIAM+Intent+Classifier+Test+Summar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CIAM Support Assistant for L1 Ticket Resolution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9100" y="1481328"/>
            <a:ext cx="8305798" cy="1143000"/>
          </a:xfrm>
          <a:prstGeom prst="roundRect">
            <a:avLst>
              <a:gd name="adj" fmla="val 6000"/>
            </a:avLst>
          </a:prstGeom>
          <a:solidFill>
            <a:srgbClr val="D9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/>
            <a:r>
              <a:rPr sz="1600" b="1">
                <a:solidFill>
                  <a:srgbClr val="081A59"/>
                </a:solidFill>
                <a:latin typeface="Arial"/>
              </a:rPr>
              <a:t>AIM</a:t>
            </a:r>
          </a:p>
          <a:p>
            <a:r>
              <a:rPr sz="1300">
                <a:solidFill>
                  <a:srgbClr val="2B2E33"/>
                </a:solidFill>
                <a:latin typeface="Arial"/>
              </a:rPr>
              <a:t>Give L1 support a safe, fast way to resolve Netskope portal login issues on their own — without needing direct access to sensitive systems like DynamoDB or Auth0 — while freeing up engineering time currently spent on repetitive, manual troubleshooting.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9100" y="2807208"/>
            <a:ext cx="8305798" cy="1965960"/>
          </a:xfrm>
          <a:prstGeom prst="roundRect">
            <a:avLst>
              <a:gd name="adj" fmla="val 6000"/>
            </a:avLst>
          </a:prstGeom>
          <a:solidFill>
            <a:srgbClr val="AFF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 bIns="91440"/>
          <a:lstStyle/>
          <a:p>
            <a:pPr algn="ctr"/>
            <a:r>
              <a:rPr sz="1600" b="1">
                <a:solidFill>
                  <a:srgbClr val="081A59"/>
                </a:solidFill>
                <a:latin typeface="Arial"/>
              </a:rPr>
              <a:t>GOAL</a:t>
            </a:r>
          </a:p>
          <a:p>
            <a:pPr algn="l"/>
            <a:r>
              <a:rPr sz="1300">
                <a:solidFill>
                  <a:srgbClr val="2B2E33"/>
                </a:solidFill>
                <a:latin typeface="Arial"/>
              </a:rPr>
              <a:t>•  Build a secure, AI-powered agentic system to support L1 troubleshooting</a:t>
            </a:r>
          </a:p>
          <a:p>
            <a:pPr algn="l"/>
            <a:r>
              <a:rPr sz="1300">
                <a:solidFill>
                  <a:srgbClr val="2B2E33"/>
                </a:solidFill>
                <a:latin typeface="Arial"/>
              </a:rPr>
              <a:t>•  Automatically investigate login &amp; access issues raised in tickets</a:t>
            </a:r>
          </a:p>
          <a:p>
            <a:pPr algn="l"/>
            <a:r>
              <a:rPr sz="1300">
                <a:solidFill>
                  <a:srgbClr val="2B2E33"/>
                </a:solidFill>
                <a:latin typeface="Arial"/>
              </a:rPr>
              <a:t>•  Check user access against policy to catch mismatches</a:t>
            </a:r>
          </a:p>
          <a:p>
            <a:pPr algn="l"/>
            <a:r>
              <a:rPr sz="1300">
                <a:solidFill>
                  <a:srgbClr val="2B2E33"/>
                </a:solidFill>
                <a:latin typeface="Arial"/>
              </a:rPr>
              <a:t>•  Deliver a clear, ready-to-use fix — quickly and safely</a:t>
            </a:r>
          </a:p>
          <a:p>
            <a:pPr algn="l"/>
            <a:r>
              <a:rPr sz="1300">
                <a:solidFill>
                  <a:srgbClr val="2B2E33"/>
                </a:solidFill>
                <a:latin typeface="Arial"/>
              </a:rPr>
              <a:t>•  Cut resolution time and reduce escalations to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Works: Conceptual Architecture</a:t>
            </a:r>
          </a:p>
        </p:txBody>
      </p:sp>
      <p:pic>
        <p:nvPicPr>
          <p:cNvPr id="3" name="Picture 2" descr="architectur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317" y="1000000"/>
            <a:ext cx="3541365" cy="35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9100" y="4610000"/>
            <a:ext cx="8305798" cy="3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i="1">
                <a:solidFill>
                  <a:srgbClr val="8A8F98"/>
                </a:solidFill>
                <a:latin typeface="Arial"/>
              </a:rPr>
              <a:t>A Jira ticket triggers 5 specialist AI agents that gather data, check policy, and generate a safe response for L1 — without direct access to production applications (DynamoDB, Auth0).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5 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87091" y="1024128"/>
            <a:ext cx="3566160" cy="841248"/>
          </a:xfrm>
          <a:prstGeom prst="roundRect">
            <a:avLst>
              <a:gd name="adj" fmla="val 12000"/>
            </a:avLst>
          </a:prstGeom>
          <a:solidFill>
            <a:srgbClr val="081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AGENT 1 — Intent Classifier</a:t>
            </a:r>
          </a:p>
          <a:p>
            <a:pPr algn="ctr"/>
            <a:r>
              <a:rPr sz="950" b="0">
                <a:solidFill>
                  <a:srgbClr val="D9FAFF"/>
                </a:solidFill>
                <a:latin typeface="Arial"/>
              </a:rPr>
              <a:t>Classifies the type of issue in the ticket, extracts the user's email, and routes it to the right agent (Database, Auth0, or Knowledge Base) based on what's needed.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0171" y="1865376"/>
            <a:ext cx="0" cy="219456"/>
          </a:xfrm>
          <a:prstGeom prst="line">
            <a:avLst/>
          </a:prstGeom>
          <a:ln w="19050">
            <a:solidFill>
              <a:srgbClr val="8A8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7103" y="210312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AGENT 2 — Database Agent</a:t>
            </a:r>
          </a:p>
          <a:p>
            <a:pPr algn="ctr"/>
            <a:r>
              <a:rPr sz="900" b="0">
                <a:solidFill>
                  <a:srgbClr val="D9FAFF"/>
                </a:solidFill>
                <a:latin typeface="Arial"/>
              </a:rPr>
              <a:t>Confirms account status &amp; tenant info from a secure, read-only copy of our database.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854403" y="2084831"/>
            <a:ext cx="2715768" cy="18289"/>
          </a:xfrm>
          <a:prstGeom prst="line">
            <a:avLst/>
          </a:prstGeom>
          <a:ln w="12700">
            <a:solidFill>
              <a:srgbClr val="8A8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312871" y="210312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AGENT 3 — Auth0 Agent</a:t>
            </a:r>
          </a:p>
          <a:p>
            <a:pPr algn="ctr"/>
            <a:r>
              <a:rPr sz="900" b="0">
                <a:solidFill>
                  <a:srgbClr val="D9FAFF"/>
                </a:solidFill>
                <a:latin typeface="Arial"/>
              </a:rPr>
              <a:t>Retrieves the user's login history and current access permissions.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0171" y="2084831"/>
            <a:ext cx="0" cy="18289"/>
          </a:xfrm>
          <a:prstGeom prst="line">
            <a:avLst/>
          </a:prstGeom>
          <a:ln w="12700">
            <a:solidFill>
              <a:srgbClr val="8A8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028639" y="2103120"/>
            <a:ext cx="2514600" cy="1188720"/>
          </a:xfrm>
          <a:prstGeom prst="roundRect">
            <a:avLst>
              <a:gd name="adj" fmla="val 8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AGENT 4 — Knowledge Base Agent</a:t>
            </a:r>
          </a:p>
          <a:p>
            <a:pPr algn="ctr"/>
            <a:r>
              <a:rPr sz="900" b="0">
                <a:solidFill>
                  <a:srgbClr val="D9FAFF"/>
                </a:solidFill>
                <a:latin typeface="Arial"/>
              </a:rPr>
              <a:t>Checks Confluence birthright &amp; entitlement policy pages to flag any gap between actual and expected access.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0171" y="2084831"/>
            <a:ext cx="2715768" cy="18289"/>
          </a:xfrm>
          <a:prstGeom prst="line">
            <a:avLst/>
          </a:prstGeom>
          <a:ln w="12700">
            <a:solidFill>
              <a:srgbClr val="8A8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70171" y="3291840"/>
            <a:ext cx="0" cy="256032"/>
          </a:xfrm>
          <a:prstGeom prst="line">
            <a:avLst/>
          </a:prstGeom>
          <a:ln w="19050">
            <a:solidFill>
              <a:srgbClr val="8A8F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284171" y="3566160"/>
            <a:ext cx="4572000" cy="960120"/>
          </a:xfrm>
          <a:prstGeom prst="roundRect">
            <a:avLst>
              <a:gd name="adj" fmla="val 10000"/>
            </a:avLst>
          </a:prstGeom>
          <a:solidFill>
            <a:srgbClr val="081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AGENT 5 — Response Generator</a:t>
            </a:r>
          </a:p>
          <a:p>
            <a:pPr algn="l"/>
            <a:r>
              <a:rPr sz="950" b="0">
                <a:solidFill>
                  <a:srgbClr val="D9FAFF"/>
                </a:solidFill>
                <a:latin typeface="Arial"/>
              </a:rPr>
              <a:t>•  Combines all agents' findings into one clear answer to support L1 review.</a:t>
            </a:r>
          </a:p>
          <a:p>
            <a:pPr algn="l"/>
            <a:r>
              <a:rPr sz="950" b="0">
                <a:solidFill>
                  <a:srgbClr val="D9FAFF"/>
                </a:solidFill>
                <a:latin typeface="Arial"/>
              </a:rPr>
              <a:t>•  Delivers the raw data facts alongside an AI-recommended fix.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2697480"/>
            <a:ext cx="3900487" cy="0"/>
          </a:xfrm>
          <a:prstGeom prst="line">
            <a:avLst/>
          </a:prstGeom>
          <a:ln w="50800">
            <a:solidFill>
              <a:srgbClr val="2EA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11967" y="2697480"/>
            <a:ext cx="4420553" cy="0"/>
          </a:xfrm>
          <a:prstGeom prst="line">
            <a:avLst/>
          </a:prstGeom>
          <a:ln w="50800">
            <a:solidFill>
              <a:srgbClr val="A8A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342900" y="2628900"/>
            <a:ext cx="137160" cy="137160"/>
          </a:xfrm>
          <a:prstGeom prst="ellipse">
            <a:avLst/>
          </a:prstGeom>
          <a:solidFill>
            <a:srgbClr val="2EA0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30575" y="1691640"/>
            <a:ext cx="884110" cy="868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1E6E38"/>
                </a:solidFill>
                <a:latin typeface="Arial"/>
              </a:rPr>
              <a:t>Problem Discovery &amp; Project Scoping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2569464"/>
            <a:ext cx="0" cy="128016"/>
          </a:xfrm>
          <a:prstGeom prst="line">
            <a:avLst/>
          </a:prstGeom>
          <a:ln w="12700">
            <a:solidFill>
              <a:srgbClr val="2EA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62965" y="2628900"/>
            <a:ext cx="137160" cy="137160"/>
          </a:xfrm>
          <a:prstGeom prst="ellipse">
            <a:avLst/>
          </a:prstGeom>
          <a:solidFill>
            <a:srgbClr val="2EA0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489" y="2843784"/>
            <a:ext cx="88411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1E6E38"/>
                </a:solidFill>
                <a:latin typeface="Arial"/>
              </a:rPr>
              <a:t>Architecture Diagram</a:t>
            </a:r>
            <a:r>
              <a:rPr sz="700" b="0">
                <a:solidFill>
                  <a:srgbClr val="1E6E38"/>
                </a:solidFill>
                <a:latin typeface="Arial"/>
              </a:rPr>
              <a:t> Designed &amp; Approved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1545" y="2770632"/>
            <a:ext cx="0" cy="128016"/>
          </a:xfrm>
          <a:prstGeom prst="line">
            <a:avLst/>
          </a:prstGeom>
          <a:ln w="12700">
            <a:solidFill>
              <a:srgbClr val="2EA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383030" y="2628900"/>
            <a:ext cx="137160" cy="137160"/>
          </a:xfrm>
          <a:prstGeom prst="ellipse">
            <a:avLst/>
          </a:prstGeom>
          <a:solidFill>
            <a:srgbClr val="2EA0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9554" y="1691640"/>
            <a:ext cx="884110" cy="868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1E6E38"/>
                </a:solidFill>
                <a:latin typeface="Arial"/>
              </a:rPr>
              <a:t>All 5 Agent Specs Approved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51610" y="2569464"/>
            <a:ext cx="0" cy="128016"/>
          </a:xfrm>
          <a:prstGeom prst="line">
            <a:avLst/>
          </a:prstGeom>
          <a:ln w="12700">
            <a:solidFill>
              <a:srgbClr val="2EA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903095" y="2628900"/>
            <a:ext cx="137160" cy="137160"/>
          </a:xfrm>
          <a:prstGeom prst="ellipse">
            <a:avLst/>
          </a:prstGeom>
          <a:solidFill>
            <a:srgbClr val="2EA0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9619" y="2843784"/>
            <a:ext cx="88411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1E6E38"/>
                </a:solidFill>
                <a:latin typeface="Arial"/>
              </a:rPr>
              <a:t>Agent 1 – Intent Classifier</a:t>
            </a:r>
            <a:r>
              <a:rPr sz="700" b="0">
                <a:solidFill>
                  <a:srgbClr val="1E6E38"/>
                </a:solidFill>
                <a:latin typeface="Arial"/>
              </a:rPr>
              <a:t> Deployed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71675" y="2770632"/>
            <a:ext cx="0" cy="128016"/>
          </a:xfrm>
          <a:prstGeom prst="line">
            <a:avLst/>
          </a:prstGeom>
          <a:ln w="12700">
            <a:solidFill>
              <a:srgbClr val="2EA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423160" y="2628900"/>
            <a:ext cx="137160" cy="137160"/>
          </a:xfrm>
          <a:prstGeom prst="ellipse">
            <a:avLst/>
          </a:prstGeom>
          <a:solidFill>
            <a:srgbClr val="2EA0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49684" y="1691640"/>
            <a:ext cx="884110" cy="868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1E6E38"/>
                </a:solidFill>
                <a:latin typeface="Arial"/>
              </a:rPr>
              <a:t>Agent 1</a:t>
            </a:r>
            <a:r>
              <a:rPr sz="700" b="0">
                <a:solidFill>
                  <a:srgbClr val="1E6E38"/>
                </a:solidFill>
                <a:latin typeface="Arial"/>
              </a:rPr>
              <a:t> Refined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91740" y="2569464"/>
            <a:ext cx="0" cy="128016"/>
          </a:xfrm>
          <a:prstGeom prst="line">
            <a:avLst/>
          </a:prstGeom>
          <a:ln w="12700">
            <a:solidFill>
              <a:srgbClr val="2EA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2943225" y="2628900"/>
            <a:ext cx="137160" cy="137160"/>
          </a:xfrm>
          <a:prstGeom prst="ellipse">
            <a:avLst/>
          </a:prstGeom>
          <a:solidFill>
            <a:srgbClr val="2EA0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9749" y="2843784"/>
            <a:ext cx="88411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1E6E38"/>
                </a:solidFill>
                <a:latin typeface="Arial"/>
              </a:rPr>
              <a:t>Agent 1</a:t>
            </a:r>
            <a:r>
              <a:rPr sz="700" b="0">
                <a:solidFill>
                  <a:srgbClr val="1E6E38"/>
                </a:solidFill>
                <a:latin typeface="Arial"/>
              </a:rPr>
              <a:t> Tested*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11805" y="2770632"/>
            <a:ext cx="0" cy="128016"/>
          </a:xfrm>
          <a:prstGeom prst="line">
            <a:avLst/>
          </a:prstGeom>
          <a:ln w="12700">
            <a:solidFill>
              <a:srgbClr val="2EA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463290" y="2628900"/>
            <a:ext cx="137160" cy="137160"/>
          </a:xfrm>
          <a:prstGeom prst="ellipse">
            <a:avLst/>
          </a:prstGeom>
          <a:solidFill>
            <a:srgbClr val="2EA0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89814" y="1691640"/>
            <a:ext cx="884110" cy="868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1E6E38"/>
                </a:solidFill>
                <a:latin typeface="Arial"/>
              </a:rPr>
              <a:t>Agent 2 – Database Agent</a:t>
            </a:r>
            <a:r>
              <a:rPr sz="700" b="0">
                <a:solidFill>
                  <a:srgbClr val="1E6E38"/>
                </a:solidFill>
                <a:latin typeface="Arial"/>
              </a:rPr>
              <a:t> Designed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31870" y="2569464"/>
            <a:ext cx="0" cy="128016"/>
          </a:xfrm>
          <a:prstGeom prst="line">
            <a:avLst/>
          </a:prstGeom>
          <a:ln w="12700">
            <a:solidFill>
              <a:srgbClr val="2EA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983355" y="2628900"/>
            <a:ext cx="137160" cy="137160"/>
          </a:xfrm>
          <a:prstGeom prst="ellipse">
            <a:avLst/>
          </a:prstGeom>
          <a:solidFill>
            <a:srgbClr val="2EA04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9879" y="2843784"/>
            <a:ext cx="88411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1E6E38"/>
                </a:solidFill>
                <a:latin typeface="Arial"/>
              </a:rPr>
              <a:t>Agent 2</a:t>
            </a:r>
            <a:r>
              <a:rPr sz="700" b="0">
                <a:solidFill>
                  <a:srgbClr val="1E6E38"/>
                </a:solidFill>
                <a:latin typeface="Arial"/>
              </a:rPr>
              <a:t> Deployed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51935" y="2770632"/>
            <a:ext cx="0" cy="128016"/>
          </a:xfrm>
          <a:prstGeom prst="line">
            <a:avLst/>
          </a:prstGeom>
          <a:ln w="12700">
            <a:solidFill>
              <a:srgbClr val="2EA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4503420" y="2628900"/>
            <a:ext cx="137160" cy="137160"/>
          </a:xfrm>
          <a:prstGeom prst="ellipse">
            <a:avLst/>
          </a:prstGeom>
          <a:solidFill>
            <a:srgbClr val="A8ADB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29944" y="1691640"/>
            <a:ext cx="884110" cy="868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5C626B"/>
                </a:solidFill>
                <a:latin typeface="Arial"/>
              </a:rPr>
              <a:t>Agent 2</a:t>
            </a:r>
            <a:r>
              <a:rPr sz="700" b="0">
                <a:solidFill>
                  <a:srgbClr val="5C626B"/>
                </a:solidFill>
                <a:latin typeface="Arial"/>
              </a:rPr>
              <a:t> Refine &amp; Test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0" y="2569464"/>
            <a:ext cx="0" cy="128016"/>
          </a:xfrm>
          <a:prstGeom prst="line">
            <a:avLst/>
          </a:prstGeom>
          <a:ln w="12700">
            <a:solidFill>
              <a:srgbClr val="A8A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023485" y="2628900"/>
            <a:ext cx="137160" cy="137160"/>
          </a:xfrm>
          <a:prstGeom prst="ellipse">
            <a:avLst/>
          </a:prstGeom>
          <a:solidFill>
            <a:srgbClr val="A8ADB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50009" y="2843784"/>
            <a:ext cx="88411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C626B"/>
                </a:solidFill>
                <a:latin typeface="Arial"/>
              </a:rPr>
              <a:t>Agent 3 – Auth0 Agent</a:t>
            </a:r>
            <a:r>
              <a:rPr sz="700" b="0">
                <a:solidFill>
                  <a:srgbClr val="5C626B"/>
                </a:solidFill>
                <a:latin typeface="Arial"/>
              </a:rPr>
              <a:t> Design &amp; Deploy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92065" y="2770632"/>
            <a:ext cx="0" cy="128016"/>
          </a:xfrm>
          <a:prstGeom prst="line">
            <a:avLst/>
          </a:prstGeom>
          <a:ln w="12700">
            <a:solidFill>
              <a:srgbClr val="A8A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5543550" y="2628900"/>
            <a:ext cx="137160" cy="137160"/>
          </a:xfrm>
          <a:prstGeom prst="ellipse">
            <a:avLst/>
          </a:prstGeom>
          <a:solidFill>
            <a:srgbClr val="A8ADB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70074" y="1691640"/>
            <a:ext cx="884110" cy="868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5C626B"/>
                </a:solidFill>
                <a:latin typeface="Arial"/>
              </a:rPr>
              <a:t>Agent 3</a:t>
            </a:r>
            <a:r>
              <a:rPr sz="700" b="0">
                <a:solidFill>
                  <a:srgbClr val="5C626B"/>
                </a:solidFill>
                <a:latin typeface="Arial"/>
              </a:rPr>
              <a:t> Refine &amp; Test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12130" y="2569464"/>
            <a:ext cx="0" cy="128016"/>
          </a:xfrm>
          <a:prstGeom prst="line">
            <a:avLst/>
          </a:prstGeom>
          <a:ln w="12700">
            <a:solidFill>
              <a:srgbClr val="A8A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063615" y="2628900"/>
            <a:ext cx="137160" cy="137160"/>
          </a:xfrm>
          <a:prstGeom prst="ellipse">
            <a:avLst/>
          </a:prstGeom>
          <a:solidFill>
            <a:srgbClr val="A8ADB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90139" y="2843784"/>
            <a:ext cx="88411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C626B"/>
                </a:solidFill>
                <a:latin typeface="Arial"/>
              </a:rPr>
              <a:t>Agent 4 – Knowledge Base</a:t>
            </a:r>
            <a:r>
              <a:rPr sz="700" b="0">
                <a:solidFill>
                  <a:srgbClr val="5C626B"/>
                </a:solidFill>
                <a:latin typeface="Arial"/>
              </a:rPr>
              <a:t> Deployed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132195" y="2770632"/>
            <a:ext cx="0" cy="128016"/>
          </a:xfrm>
          <a:prstGeom prst="line">
            <a:avLst/>
          </a:prstGeom>
          <a:ln w="12700">
            <a:solidFill>
              <a:srgbClr val="A8A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583680" y="2628900"/>
            <a:ext cx="137160" cy="137160"/>
          </a:xfrm>
          <a:prstGeom prst="ellipse">
            <a:avLst/>
          </a:prstGeom>
          <a:solidFill>
            <a:srgbClr val="A8ADB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0204" y="1691640"/>
            <a:ext cx="884110" cy="868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5C626B"/>
                </a:solidFill>
                <a:latin typeface="Arial"/>
              </a:rPr>
              <a:t>Agent 4</a:t>
            </a:r>
            <a:r>
              <a:rPr sz="700" b="0">
                <a:solidFill>
                  <a:srgbClr val="5C626B"/>
                </a:solidFill>
                <a:latin typeface="Arial"/>
              </a:rPr>
              <a:t> Refine &amp; Test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652260" y="2569464"/>
            <a:ext cx="0" cy="128016"/>
          </a:xfrm>
          <a:prstGeom prst="line">
            <a:avLst/>
          </a:prstGeom>
          <a:ln w="12700">
            <a:solidFill>
              <a:srgbClr val="A8A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103745" y="2628900"/>
            <a:ext cx="137160" cy="137160"/>
          </a:xfrm>
          <a:prstGeom prst="ellipse">
            <a:avLst/>
          </a:prstGeom>
          <a:solidFill>
            <a:srgbClr val="A8ADB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0269" y="2843784"/>
            <a:ext cx="88411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C626B"/>
                </a:solidFill>
                <a:latin typeface="Arial"/>
              </a:rPr>
              <a:t>Agent 5 – Response Generator</a:t>
            </a:r>
            <a:r>
              <a:rPr sz="700" b="0">
                <a:solidFill>
                  <a:srgbClr val="5C626B"/>
                </a:solidFill>
                <a:latin typeface="Arial"/>
              </a:rPr>
              <a:t> Deployed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72325" y="2770632"/>
            <a:ext cx="0" cy="128016"/>
          </a:xfrm>
          <a:prstGeom prst="line">
            <a:avLst/>
          </a:prstGeom>
          <a:ln w="12700">
            <a:solidFill>
              <a:srgbClr val="A8A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7623810" y="2628900"/>
            <a:ext cx="137160" cy="137160"/>
          </a:xfrm>
          <a:prstGeom prst="ellipse">
            <a:avLst/>
          </a:prstGeom>
          <a:solidFill>
            <a:srgbClr val="A8ADB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50334" y="1691640"/>
            <a:ext cx="884110" cy="868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5C626B"/>
                </a:solidFill>
                <a:latin typeface="Arial"/>
              </a:rPr>
              <a:t>Agent 5</a:t>
            </a:r>
            <a:r>
              <a:rPr sz="700" b="0">
                <a:solidFill>
                  <a:srgbClr val="5C626B"/>
                </a:solidFill>
                <a:latin typeface="Arial"/>
              </a:rPr>
              <a:t> Refine &amp; Test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692390" y="2569464"/>
            <a:ext cx="0" cy="128016"/>
          </a:xfrm>
          <a:prstGeom prst="line">
            <a:avLst/>
          </a:prstGeom>
          <a:ln w="12700">
            <a:solidFill>
              <a:srgbClr val="A8A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143875" y="2628900"/>
            <a:ext cx="137160" cy="137160"/>
          </a:xfrm>
          <a:prstGeom prst="ellipse">
            <a:avLst/>
          </a:prstGeom>
          <a:solidFill>
            <a:srgbClr val="A8ADB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0399" y="2843784"/>
            <a:ext cx="88411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5C626B"/>
                </a:solidFill>
                <a:latin typeface="Arial"/>
              </a:rPr>
              <a:t>Migration to Prod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12455" y="2770632"/>
            <a:ext cx="0" cy="128016"/>
          </a:xfrm>
          <a:prstGeom prst="line">
            <a:avLst/>
          </a:prstGeom>
          <a:ln w="12700">
            <a:solidFill>
              <a:srgbClr val="A8A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663940" y="2628900"/>
            <a:ext cx="137160" cy="137160"/>
          </a:xfrm>
          <a:prstGeom prst="ellipse">
            <a:avLst/>
          </a:prstGeom>
          <a:solidFill>
            <a:srgbClr val="A8ADB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90464" y="1691640"/>
            <a:ext cx="884110" cy="868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750" b="1">
                <a:solidFill>
                  <a:srgbClr val="5C626B"/>
                </a:solidFill>
                <a:latin typeface="Arial"/>
              </a:rPr>
              <a:t>Wiring Agents to Prod Connectors**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732520" y="2569464"/>
            <a:ext cx="0" cy="128016"/>
          </a:xfrm>
          <a:prstGeom prst="line">
            <a:avLst/>
          </a:prstGeom>
          <a:ln w="12700">
            <a:solidFill>
              <a:srgbClr val="A8AD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1670037" y="1417320"/>
            <a:ext cx="6240780" cy="2331720"/>
          </a:xfrm>
          <a:prstGeom prst="rect">
            <a:avLst/>
          </a:prstGeom>
          <a:noFill/>
          <a:ln w="22225">
            <a:solidFill>
              <a:srgbClr val="7C3AED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670037" y="1124712"/>
            <a:ext cx="62407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AWS SANDBOX ENVIRONMENT</a:t>
            </a:r>
          </a:p>
        </p:txBody>
      </p:sp>
      <p:sp>
        <p:nvSpPr>
          <p:cNvPr id="58" name="Oval 57"/>
          <p:cNvSpPr/>
          <p:nvPr/>
        </p:nvSpPr>
        <p:spPr>
          <a:xfrm>
            <a:off x="502920" y="3977639"/>
            <a:ext cx="128016" cy="128016"/>
          </a:xfrm>
          <a:prstGeom prst="ellipse">
            <a:avLst/>
          </a:prstGeom>
          <a:solidFill>
            <a:srgbClr val="2EA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3947639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>
                <a:solidFill>
                  <a:srgbClr val="2B2E33"/>
                </a:solidFill>
                <a:latin typeface="Arial"/>
              </a:rPr>
              <a:t>Completed</a:t>
            </a:r>
          </a:p>
        </p:txBody>
      </p:sp>
      <p:sp>
        <p:nvSpPr>
          <p:cNvPr id="60" name="Oval 59"/>
          <p:cNvSpPr/>
          <p:nvPr/>
        </p:nvSpPr>
        <p:spPr>
          <a:xfrm>
            <a:off x="1920240" y="3977639"/>
            <a:ext cx="128016" cy="128016"/>
          </a:xfrm>
          <a:prstGeom prst="ellipse">
            <a:avLst/>
          </a:prstGeom>
          <a:solidFill>
            <a:srgbClr val="A8A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30552" y="3947639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>
                <a:solidFill>
                  <a:srgbClr val="2B2E33"/>
                </a:solidFill>
                <a:latin typeface="Arial"/>
              </a:rPr>
              <a:t>Upcoming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4279392"/>
            <a:ext cx="8229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i="1">
                <a:solidFill>
                  <a:srgbClr val="8A8F98"/>
                </a:solidFill>
                <a:latin typeface="Arial"/>
              </a:rPr>
              <a:t>*Tested by converting 20 real, PII-stripped Slack support queries into Jira-formatted test cases to validate Agent 1's routing and accuracy.</a:t>
            </a:r>
          </a:p>
          <a:p>
            <a:r>
              <a:rPr sz="850" i="1">
                <a:solidFill>
                  <a:srgbClr val="8A8F98"/>
                </a:solidFill>
                <a:latin typeface="Arial"/>
              </a:rPr>
              <a:t>Full results: </a:t>
            </a:r>
            <a:r>
              <a:rPr sz="850" i="1" u="sng">
                <a:solidFill>
                  <a:srgbClr val="00A9CE"/>
                </a:solidFill>
                <a:latin typeface="Arial"/>
                <a:hlinkClick r:id="rId2"/>
              </a:rPr>
              <a:t>Confluence test summary</a:t>
            </a:r>
          </a:p>
          <a:p>
            <a:r>
              <a:rPr sz="850" i="1">
                <a:solidFill>
                  <a:srgbClr val="8A8F98"/>
                </a:solidFill>
                <a:latin typeface="Arial"/>
              </a:rPr>
              <a:t>**Current step: deploying and refining the remaining agents in the AWS sandbox, then migrating to production and wiring everything to live connectors — Jira, Auth0, DynamoDB, and Confluence (birthright pages).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81A59"/>
                </a:solidFill>
                <a:latin typeface="Arial"/>
              </a:rPr>
              <a:t>Current blocker:  </a:t>
            </a:r>
            <a:r>
              <a:rPr sz="1500" b="0">
                <a:solidFill>
                  <a:srgbClr val="2B2E33"/>
                </a:solidFill>
                <a:latin typeface="Arial"/>
              </a:rPr>
              <a:t>AWS Bedrock AgentCore has not yet been approved for production use.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81A59"/>
                </a:solidFill>
                <a:latin typeface="Arial"/>
              </a:rPr>
              <a:t>Impact:  </a:t>
            </a:r>
            <a:r>
              <a:rPr sz="1500" b="0">
                <a:solidFill>
                  <a:srgbClr val="2B2E33"/>
                </a:solidFill>
                <a:latin typeface="Arial"/>
              </a:rPr>
              <a:t>Without approval, we can't test or train the agents against real, live Netskope data (Auth0, DynamoDB, Confluence) — validation so far relies on synthetic/test data.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81A59"/>
                </a:solidFill>
                <a:latin typeface="Arial"/>
              </a:rPr>
              <a:t>What we need:  </a:t>
            </a:r>
            <a:r>
              <a:rPr sz="1500" b="0">
                <a:solidFill>
                  <a:srgbClr val="2B2E33"/>
                </a:solidFill>
                <a:latin typeface="Arial"/>
              </a:rPr>
              <a:t>Approval to connect AgentCore to real production data sources, so accuracy can be validated before rollout to L1.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sz="1600">
                <a:solidFill>
                  <a:srgbClr val="081A59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tskope-2025-DRK-BLUE">
  <a:themeElements>
    <a:clrScheme name="Custom 3">
      <a:dk1>
        <a:srgbClr val="071958"/>
      </a:dk1>
      <a:lt1>
        <a:srgbClr val="FFFFFF"/>
      </a:lt1>
      <a:dk2>
        <a:srgbClr val="081A59"/>
      </a:dk2>
      <a:lt2>
        <a:srgbClr val="9DE2ED"/>
      </a:lt2>
      <a:accent1>
        <a:srgbClr val="00B5D4"/>
      </a:accent1>
      <a:accent2>
        <a:srgbClr val="008C95"/>
      </a:accent2>
      <a:accent3>
        <a:srgbClr val="69C4C7"/>
      </a:accent3>
      <a:accent4>
        <a:srgbClr val="FF8200"/>
      </a:accent4>
      <a:accent5>
        <a:srgbClr val="AFF097"/>
      </a:accent5>
      <a:accent6>
        <a:srgbClr val="D9FAFF"/>
      </a:accent6>
      <a:hlink>
        <a:srgbClr val="02B6D5"/>
      </a:hlink>
      <a:folHlink>
        <a:srgbClr val="FF82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etskope-2025-WHITE">
  <a:themeElements>
    <a:clrScheme name="Custom 3">
      <a:dk1>
        <a:srgbClr val="071958"/>
      </a:dk1>
      <a:lt1>
        <a:srgbClr val="FFFFFF"/>
      </a:lt1>
      <a:dk2>
        <a:srgbClr val="081A59"/>
      </a:dk2>
      <a:lt2>
        <a:srgbClr val="9DE2ED"/>
      </a:lt2>
      <a:accent1>
        <a:srgbClr val="00B5D4"/>
      </a:accent1>
      <a:accent2>
        <a:srgbClr val="008C95"/>
      </a:accent2>
      <a:accent3>
        <a:srgbClr val="69C4C7"/>
      </a:accent3>
      <a:accent4>
        <a:srgbClr val="FF8200"/>
      </a:accent4>
      <a:accent5>
        <a:srgbClr val="AFF097"/>
      </a:accent5>
      <a:accent6>
        <a:srgbClr val="D9FAFF"/>
      </a:accent6>
      <a:hlink>
        <a:srgbClr val="02B6D5"/>
      </a:hlink>
      <a:folHlink>
        <a:srgbClr val="FF82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Netskope-2025-LT-BLUE">
  <a:themeElements>
    <a:clrScheme name="Netskope Theme Colors">
      <a:dk1>
        <a:srgbClr val="071958"/>
      </a:dk1>
      <a:lt1>
        <a:srgbClr val="FFFFFF"/>
      </a:lt1>
      <a:dk2>
        <a:srgbClr val="081A59"/>
      </a:dk2>
      <a:lt2>
        <a:srgbClr val="9DE2ED"/>
      </a:lt2>
      <a:accent1>
        <a:srgbClr val="00B5D4"/>
      </a:accent1>
      <a:accent2>
        <a:srgbClr val="008C95"/>
      </a:accent2>
      <a:accent3>
        <a:srgbClr val="69C4C7"/>
      </a:accent3>
      <a:accent4>
        <a:srgbClr val="FF8200"/>
      </a:accent4>
      <a:accent5>
        <a:srgbClr val="AFF097"/>
      </a:accent5>
      <a:accent6>
        <a:srgbClr val="D9FAFF"/>
      </a:accent6>
      <a:hlink>
        <a:srgbClr val="02B6D5"/>
      </a:hlink>
      <a:folHlink>
        <a:srgbClr val="FF82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